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4"/>
    <p:sldMasterId id="214748367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Lst>
  <p:sldSz cy="5143500" cx="9144000"/>
  <p:notesSz cx="6858000" cy="9144000"/>
  <p:embeddedFontLst>
    <p:embeddedFont>
      <p:font typeface="Raleway"/>
      <p:regular r:id="rId41"/>
      <p:bold r:id="rId42"/>
      <p:italic r:id="rId43"/>
      <p:boldItalic r:id="rId44"/>
    </p:embeddedFont>
    <p:embeddedFont>
      <p:font typeface="Inter"/>
      <p:regular r:id="rId45"/>
      <p:bold r:id="rId46"/>
      <p:italic r:id="rId47"/>
      <p:boldItalic r:id="rId48"/>
    </p:embeddedFont>
    <p:embeddedFont>
      <p:font typeface="Anaheim"/>
      <p:regular r:id="rId49"/>
      <p:bold r:id="rId50"/>
    </p:embeddedFont>
    <p:embeddedFont>
      <p:font typeface="Bebas Neue"/>
      <p:regular r:id="rId51"/>
    </p:embeddedFont>
    <p:embeddedFont>
      <p:font typeface="Anybody"/>
      <p:regular r:id="rId52"/>
      <p:bold r:id="rId53"/>
      <p:italic r:id="rId54"/>
      <p:boldItalic r:id="rId55"/>
    </p:embeddedFont>
    <p:embeddedFont>
      <p:font typeface="Open Sans"/>
      <p:regular r:id="rId56"/>
      <p:bold r:id="rId57"/>
      <p:italic r:id="rId58"/>
      <p:boldItalic r:id="rId5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A56D8BE-0022-4943-9EAC-562C483FE479}">
  <a:tblStyle styleId="{6A56D8BE-0022-4943-9EAC-562C483FE47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Raleway-bold.fntdata"/><Relationship Id="rId41" Type="http://schemas.openxmlformats.org/officeDocument/2006/relationships/font" Target="fonts/Raleway-regular.fntdata"/><Relationship Id="rId44" Type="http://schemas.openxmlformats.org/officeDocument/2006/relationships/font" Target="fonts/Raleway-boldItalic.fntdata"/><Relationship Id="rId43" Type="http://schemas.openxmlformats.org/officeDocument/2006/relationships/font" Target="fonts/Raleway-italic.fntdata"/><Relationship Id="rId46" Type="http://schemas.openxmlformats.org/officeDocument/2006/relationships/font" Target="fonts/Inter-bold.fntdata"/><Relationship Id="rId45" Type="http://schemas.openxmlformats.org/officeDocument/2006/relationships/font" Target="fonts/Inter-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Inter-boldItalic.fntdata"/><Relationship Id="rId47" Type="http://schemas.openxmlformats.org/officeDocument/2006/relationships/font" Target="fonts/Inter-italic.fntdata"/><Relationship Id="rId49" Type="http://schemas.openxmlformats.org/officeDocument/2006/relationships/font" Target="fonts/Anaheim-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BebasNeue-regular.fntdata"/><Relationship Id="rId50" Type="http://schemas.openxmlformats.org/officeDocument/2006/relationships/font" Target="fonts/Anaheim-bold.fntdata"/><Relationship Id="rId53" Type="http://schemas.openxmlformats.org/officeDocument/2006/relationships/font" Target="fonts/Anybody-bold.fntdata"/><Relationship Id="rId52" Type="http://schemas.openxmlformats.org/officeDocument/2006/relationships/font" Target="fonts/Anybody-regular.fntdata"/><Relationship Id="rId11" Type="http://schemas.openxmlformats.org/officeDocument/2006/relationships/slide" Target="slides/slide5.xml"/><Relationship Id="rId55" Type="http://schemas.openxmlformats.org/officeDocument/2006/relationships/font" Target="fonts/Anybody-boldItalic.fntdata"/><Relationship Id="rId10" Type="http://schemas.openxmlformats.org/officeDocument/2006/relationships/slide" Target="slides/slide4.xml"/><Relationship Id="rId54" Type="http://schemas.openxmlformats.org/officeDocument/2006/relationships/font" Target="fonts/Anybody-italic.fntdata"/><Relationship Id="rId13" Type="http://schemas.openxmlformats.org/officeDocument/2006/relationships/slide" Target="slides/slide7.xml"/><Relationship Id="rId57" Type="http://schemas.openxmlformats.org/officeDocument/2006/relationships/font" Target="fonts/OpenSans-bold.fntdata"/><Relationship Id="rId12" Type="http://schemas.openxmlformats.org/officeDocument/2006/relationships/slide" Target="slides/slide6.xml"/><Relationship Id="rId56" Type="http://schemas.openxmlformats.org/officeDocument/2006/relationships/font" Target="fonts/OpenSans-regular.fntdata"/><Relationship Id="rId15" Type="http://schemas.openxmlformats.org/officeDocument/2006/relationships/slide" Target="slides/slide9.xml"/><Relationship Id="rId59" Type="http://schemas.openxmlformats.org/officeDocument/2006/relationships/font" Target="fonts/OpenSans-boldItalic.fntdata"/><Relationship Id="rId14" Type="http://schemas.openxmlformats.org/officeDocument/2006/relationships/slide" Target="slides/slide8.xml"/><Relationship Id="rId58" Type="http://schemas.openxmlformats.org/officeDocument/2006/relationships/font" Target="fonts/OpenSans-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 name="Shape 121"/>
        <p:cNvGrpSpPr/>
        <p:nvPr/>
      </p:nvGrpSpPr>
      <p:grpSpPr>
        <a:xfrm>
          <a:off x="0" y="0"/>
          <a:ext cx="0" cy="0"/>
          <a:chOff x="0" y="0"/>
          <a:chExt cx="0" cy="0"/>
        </a:xfrm>
      </p:grpSpPr>
      <p:sp>
        <p:nvSpPr>
          <p:cNvPr id="122" name="Google Shape;12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 name="Google Shape;12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 name="Shape 132"/>
        <p:cNvGrpSpPr/>
        <p:nvPr/>
      </p:nvGrpSpPr>
      <p:grpSpPr>
        <a:xfrm>
          <a:off x="0" y="0"/>
          <a:ext cx="0" cy="0"/>
          <a:chOff x="0" y="0"/>
          <a:chExt cx="0" cy="0"/>
        </a:xfrm>
      </p:grpSpPr>
      <p:sp>
        <p:nvSpPr>
          <p:cNvPr id="133" name="Google Shape;133;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 name="Shape 141"/>
        <p:cNvGrpSpPr/>
        <p:nvPr/>
      </p:nvGrpSpPr>
      <p:grpSpPr>
        <a:xfrm>
          <a:off x="0" y="0"/>
          <a:ext cx="0" cy="0"/>
          <a:chOff x="0" y="0"/>
          <a:chExt cx="0" cy="0"/>
        </a:xfrm>
      </p:grpSpPr>
      <p:sp>
        <p:nvSpPr>
          <p:cNvPr id="142" name="Google Shape;142;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 name="Google Shape;143;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 name="Shape 158"/>
        <p:cNvGrpSpPr/>
        <p:nvPr/>
      </p:nvGrpSpPr>
      <p:grpSpPr>
        <a:xfrm>
          <a:off x="0" y="0"/>
          <a:ext cx="0" cy="0"/>
          <a:chOff x="0" y="0"/>
          <a:chExt cx="0" cy="0"/>
        </a:xfrm>
      </p:grpSpPr>
      <p:sp>
        <p:nvSpPr>
          <p:cNvPr id="159" name="Google Shape;159;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 name="Google Shape;160;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 name="Shape 172"/>
        <p:cNvGrpSpPr/>
        <p:nvPr/>
      </p:nvGrpSpPr>
      <p:grpSpPr>
        <a:xfrm>
          <a:off x="0" y="0"/>
          <a:ext cx="0" cy="0"/>
          <a:chOff x="0" y="0"/>
          <a:chExt cx="0" cy="0"/>
        </a:xfrm>
      </p:grpSpPr>
      <p:sp>
        <p:nvSpPr>
          <p:cNvPr id="173" name="Google Shape;173;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 name="Google Shape;174;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 name="Shape 191"/>
        <p:cNvGrpSpPr/>
        <p:nvPr/>
      </p:nvGrpSpPr>
      <p:grpSpPr>
        <a:xfrm>
          <a:off x="0" y="0"/>
          <a:ext cx="0" cy="0"/>
          <a:chOff x="0" y="0"/>
          <a:chExt cx="0" cy="0"/>
        </a:xfrm>
      </p:grpSpPr>
      <p:sp>
        <p:nvSpPr>
          <p:cNvPr id="192" name="Google Shape;192;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 name="Google Shape;193;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 name="Google Shape;20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 name="Shape 215"/>
        <p:cNvGrpSpPr/>
        <p:nvPr/>
      </p:nvGrpSpPr>
      <p:grpSpPr>
        <a:xfrm>
          <a:off x="0" y="0"/>
          <a:ext cx="0" cy="0"/>
          <a:chOff x="0" y="0"/>
          <a:chExt cx="0" cy="0"/>
        </a:xfrm>
      </p:grpSpPr>
      <p:sp>
        <p:nvSpPr>
          <p:cNvPr id="216" name="Google Shape;216;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 name="Google Shape;217;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 name="Shape 224"/>
        <p:cNvGrpSpPr/>
        <p:nvPr/>
      </p:nvGrpSpPr>
      <p:grpSpPr>
        <a:xfrm>
          <a:off x="0" y="0"/>
          <a:ext cx="0" cy="0"/>
          <a:chOff x="0" y="0"/>
          <a:chExt cx="0" cy="0"/>
        </a:xfrm>
      </p:grpSpPr>
      <p:sp>
        <p:nvSpPr>
          <p:cNvPr id="225" name="Google Shape;225;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 name="Google Shape;226;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 name="Shape 244"/>
        <p:cNvGrpSpPr/>
        <p:nvPr/>
      </p:nvGrpSpPr>
      <p:grpSpPr>
        <a:xfrm>
          <a:off x="0" y="0"/>
          <a:ext cx="0" cy="0"/>
          <a:chOff x="0" y="0"/>
          <a:chExt cx="0" cy="0"/>
        </a:xfrm>
      </p:grpSpPr>
      <p:sp>
        <p:nvSpPr>
          <p:cNvPr id="245" name="Google Shape;245;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 name="Google Shape;246;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 name="Shape 280"/>
        <p:cNvGrpSpPr/>
        <p:nvPr/>
      </p:nvGrpSpPr>
      <p:grpSpPr>
        <a:xfrm>
          <a:off x="0" y="0"/>
          <a:ext cx="0" cy="0"/>
          <a:chOff x="0" y="0"/>
          <a:chExt cx="0" cy="0"/>
        </a:xfrm>
      </p:grpSpPr>
      <p:sp>
        <p:nvSpPr>
          <p:cNvPr id="281" name="Google Shape;281;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 name="Google Shape;282;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 name="Shape 292"/>
        <p:cNvGrpSpPr/>
        <p:nvPr/>
      </p:nvGrpSpPr>
      <p:grpSpPr>
        <a:xfrm>
          <a:off x="0" y="0"/>
          <a:ext cx="0" cy="0"/>
          <a:chOff x="0" y="0"/>
          <a:chExt cx="0" cy="0"/>
        </a:xfrm>
      </p:grpSpPr>
      <p:sp>
        <p:nvSpPr>
          <p:cNvPr id="293" name="Google Shape;293;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 name="Google Shape;294;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34dcd29c4eb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34dcd29c4eb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 name="Shape 317"/>
        <p:cNvGrpSpPr/>
        <p:nvPr/>
      </p:nvGrpSpPr>
      <p:grpSpPr>
        <a:xfrm>
          <a:off x="0" y="0"/>
          <a:ext cx="0" cy="0"/>
          <a:chOff x="0" y="0"/>
          <a:chExt cx="0" cy="0"/>
        </a:xfrm>
      </p:grpSpPr>
      <p:sp>
        <p:nvSpPr>
          <p:cNvPr id="318" name="Google Shape;318;g34dcd29c4eb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 name="Google Shape;319;g34dcd29c4eb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 name="Shape 323"/>
        <p:cNvGrpSpPr/>
        <p:nvPr/>
      </p:nvGrpSpPr>
      <p:grpSpPr>
        <a:xfrm>
          <a:off x="0" y="0"/>
          <a:ext cx="0" cy="0"/>
          <a:chOff x="0" y="0"/>
          <a:chExt cx="0" cy="0"/>
        </a:xfrm>
      </p:grpSpPr>
      <p:sp>
        <p:nvSpPr>
          <p:cNvPr id="324" name="Google Shape;324;g34e195cfe89_0_6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 name="Google Shape;325;g34e195cfe89_0_6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 name="Shape 369"/>
        <p:cNvGrpSpPr/>
        <p:nvPr/>
      </p:nvGrpSpPr>
      <p:grpSpPr>
        <a:xfrm>
          <a:off x="0" y="0"/>
          <a:ext cx="0" cy="0"/>
          <a:chOff x="0" y="0"/>
          <a:chExt cx="0" cy="0"/>
        </a:xfrm>
      </p:grpSpPr>
      <p:sp>
        <p:nvSpPr>
          <p:cNvPr id="370" name="Google Shape;370;g34e195cfe89_0_7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 name="Google Shape;371;g34e195cfe89_0_7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 name="Shape 423"/>
        <p:cNvGrpSpPr/>
        <p:nvPr/>
      </p:nvGrpSpPr>
      <p:grpSpPr>
        <a:xfrm>
          <a:off x="0" y="0"/>
          <a:ext cx="0" cy="0"/>
          <a:chOff x="0" y="0"/>
          <a:chExt cx="0" cy="0"/>
        </a:xfrm>
      </p:grpSpPr>
      <p:sp>
        <p:nvSpPr>
          <p:cNvPr id="424" name="Google Shape;424;g34e195cfe89_0_7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 name="Google Shape;425;g34e195cfe89_0_7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 name="Shape 456"/>
        <p:cNvGrpSpPr/>
        <p:nvPr/>
      </p:nvGrpSpPr>
      <p:grpSpPr>
        <a:xfrm>
          <a:off x="0" y="0"/>
          <a:ext cx="0" cy="0"/>
          <a:chOff x="0" y="0"/>
          <a:chExt cx="0" cy="0"/>
        </a:xfrm>
      </p:grpSpPr>
      <p:sp>
        <p:nvSpPr>
          <p:cNvPr id="457" name="Google Shape;457;g34e195cfe89_0_7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 name="Google Shape;458;g34e195cfe89_0_7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34e195cfe89_0_7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34e195cfe89_0_7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34e195cfe89_0_7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34e195cfe89_0_7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 name="Shape 1117"/>
        <p:cNvGrpSpPr/>
        <p:nvPr/>
      </p:nvGrpSpPr>
      <p:grpSpPr>
        <a:xfrm>
          <a:off x="0" y="0"/>
          <a:ext cx="0" cy="0"/>
          <a:chOff x="0" y="0"/>
          <a:chExt cx="0" cy="0"/>
        </a:xfrm>
      </p:grpSpPr>
      <p:sp>
        <p:nvSpPr>
          <p:cNvPr id="1118" name="Google Shape;1118;g34e195cfe89_0_7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 name="Google Shape;1119;g34e195cfe89_0_7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9" name="Shape 1429"/>
        <p:cNvGrpSpPr/>
        <p:nvPr/>
      </p:nvGrpSpPr>
      <p:grpSpPr>
        <a:xfrm>
          <a:off x="0" y="0"/>
          <a:ext cx="0" cy="0"/>
          <a:chOff x="0" y="0"/>
          <a:chExt cx="0" cy="0"/>
        </a:xfrm>
      </p:grpSpPr>
      <p:sp>
        <p:nvSpPr>
          <p:cNvPr id="1430" name="Google Shape;1430;g34e195cfe89_0_80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1" name="Google Shape;1431;g34e195cfe89_0_80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4" name="Shape 1464"/>
        <p:cNvGrpSpPr/>
        <p:nvPr/>
      </p:nvGrpSpPr>
      <p:grpSpPr>
        <a:xfrm>
          <a:off x="0" y="0"/>
          <a:ext cx="0" cy="0"/>
          <a:chOff x="0" y="0"/>
          <a:chExt cx="0" cy="0"/>
        </a:xfrm>
      </p:grpSpPr>
      <p:sp>
        <p:nvSpPr>
          <p:cNvPr id="1465" name="Google Shape;1465;g34e195cfe89_0_8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6" name="Google Shape;1466;g34e195cfe89_0_8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7" name="Shape 1697"/>
        <p:cNvGrpSpPr/>
        <p:nvPr/>
      </p:nvGrpSpPr>
      <p:grpSpPr>
        <a:xfrm>
          <a:off x="0" y="0"/>
          <a:ext cx="0" cy="0"/>
          <a:chOff x="0" y="0"/>
          <a:chExt cx="0" cy="0"/>
        </a:xfrm>
      </p:grpSpPr>
      <p:sp>
        <p:nvSpPr>
          <p:cNvPr id="1698" name="Google Shape;1698;g34e195cfe89_0_8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 name="Google Shape;1699;g34e195cfe89_0_8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6" name="Shape 1856"/>
        <p:cNvGrpSpPr/>
        <p:nvPr/>
      </p:nvGrpSpPr>
      <p:grpSpPr>
        <a:xfrm>
          <a:off x="0" y="0"/>
          <a:ext cx="0" cy="0"/>
          <a:chOff x="0" y="0"/>
          <a:chExt cx="0" cy="0"/>
        </a:xfrm>
      </p:grpSpPr>
      <p:sp>
        <p:nvSpPr>
          <p:cNvPr id="1857" name="Google Shape;1857;g34e195cfe89_0_8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8" name="Google Shape;1858;g34e195cfe89_0_8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2" name="Shape 2332"/>
        <p:cNvGrpSpPr/>
        <p:nvPr/>
      </p:nvGrpSpPr>
      <p:grpSpPr>
        <a:xfrm>
          <a:off x="0" y="0"/>
          <a:ext cx="0" cy="0"/>
          <a:chOff x="0" y="0"/>
          <a:chExt cx="0" cy="0"/>
        </a:xfrm>
      </p:grpSpPr>
      <p:sp>
        <p:nvSpPr>
          <p:cNvPr id="2333" name="Google Shape;2333;g34e195cfe89_0_8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4" name="Google Shape;2334;g34e195cfe89_0_8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9" name="Shape 2759"/>
        <p:cNvGrpSpPr/>
        <p:nvPr/>
      </p:nvGrpSpPr>
      <p:grpSpPr>
        <a:xfrm>
          <a:off x="0" y="0"/>
          <a:ext cx="0" cy="0"/>
          <a:chOff x="0" y="0"/>
          <a:chExt cx="0" cy="0"/>
        </a:xfrm>
      </p:grpSpPr>
      <p:sp>
        <p:nvSpPr>
          <p:cNvPr id="2760" name="Google Shape;2760;g34e195cfe89_0_94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1" name="Google Shape;2761;g34e195cfe89_0_94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9" name="Shape 3399"/>
        <p:cNvGrpSpPr/>
        <p:nvPr/>
      </p:nvGrpSpPr>
      <p:grpSpPr>
        <a:xfrm>
          <a:off x="0" y="0"/>
          <a:ext cx="0" cy="0"/>
          <a:chOff x="0" y="0"/>
          <a:chExt cx="0" cy="0"/>
        </a:xfrm>
      </p:grpSpPr>
      <p:sp>
        <p:nvSpPr>
          <p:cNvPr id="3400" name="Google Shape;3400;g34e195cfe89_0_10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1" name="Google Shape;3401;g34e195cfe89_0_10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9" name="Shape 4089"/>
        <p:cNvGrpSpPr/>
        <p:nvPr/>
      </p:nvGrpSpPr>
      <p:grpSpPr>
        <a:xfrm>
          <a:off x="0" y="0"/>
          <a:ext cx="0" cy="0"/>
          <a:chOff x="0" y="0"/>
          <a:chExt cx="0" cy="0"/>
        </a:xfrm>
      </p:grpSpPr>
      <p:sp>
        <p:nvSpPr>
          <p:cNvPr id="4090" name="Google Shape;4090;g34e195cfe89_0_10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1" name="Google Shape;4091;g34e195cfe89_0_10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3" name="Shape 4713"/>
        <p:cNvGrpSpPr/>
        <p:nvPr/>
      </p:nvGrpSpPr>
      <p:grpSpPr>
        <a:xfrm>
          <a:off x="0" y="0"/>
          <a:ext cx="0" cy="0"/>
          <a:chOff x="0" y="0"/>
          <a:chExt cx="0" cy="0"/>
        </a:xfrm>
      </p:grpSpPr>
      <p:sp>
        <p:nvSpPr>
          <p:cNvPr id="4714" name="Google Shape;4714;g34e195cfe89_0_11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5" name="Google Shape;4715;g34e195cfe89_0_11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4" name="Shape 4974"/>
        <p:cNvGrpSpPr/>
        <p:nvPr/>
      </p:nvGrpSpPr>
      <p:grpSpPr>
        <a:xfrm>
          <a:off x="0" y="0"/>
          <a:ext cx="0" cy="0"/>
          <a:chOff x="0" y="0"/>
          <a:chExt cx="0" cy="0"/>
        </a:xfrm>
      </p:grpSpPr>
      <p:sp>
        <p:nvSpPr>
          <p:cNvPr id="4975" name="Google Shape;4975;g34e195cfe89_0_11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6" name="Google Shape;4976;g34e195cfe89_0_11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4" name="Shape 5404"/>
        <p:cNvGrpSpPr/>
        <p:nvPr/>
      </p:nvGrpSpPr>
      <p:grpSpPr>
        <a:xfrm>
          <a:off x="0" y="0"/>
          <a:ext cx="0" cy="0"/>
          <a:chOff x="0" y="0"/>
          <a:chExt cx="0" cy="0"/>
        </a:xfrm>
      </p:grpSpPr>
      <p:sp>
        <p:nvSpPr>
          <p:cNvPr id="5405" name="Google Shape;5405;g34e195cfe89_0_13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6" name="Google Shape;5406;g34e195cfe89_0_13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870025" y="622725"/>
            <a:ext cx="4638900" cy="3145200"/>
          </a:xfrm>
          <a:prstGeom prst="rect">
            <a:avLst/>
          </a:prstGeom>
        </p:spPr>
        <p:txBody>
          <a:bodyPr anchorCtr="0" anchor="t" bIns="91425" lIns="91425" spcFirstLastPara="1" rIns="91425" wrap="square" tIns="91425">
            <a:noAutofit/>
          </a:bodyPr>
          <a:lstStyle>
            <a:lvl1pPr lvl="0">
              <a:spcBef>
                <a:spcPts val="0"/>
              </a:spcBef>
              <a:spcAft>
                <a:spcPts val="0"/>
              </a:spcAft>
              <a:buClr>
                <a:srgbClr val="191919"/>
              </a:buClr>
              <a:buSzPts val="5200"/>
              <a:buNone/>
              <a:defRPr sz="5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870025" y="3968650"/>
            <a:ext cx="4638900" cy="686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ph idx="2" type="pic"/>
          </p:nvPr>
        </p:nvSpPr>
        <p:spPr>
          <a:xfrm>
            <a:off x="5683300" y="387775"/>
            <a:ext cx="3083700" cy="4755600"/>
          </a:xfrm>
          <a:prstGeom prst="round2SameRect">
            <a:avLst>
              <a:gd fmla="val 50000" name="adj1"/>
              <a:gd fmla="val 0" name="adj2"/>
            </a:avLst>
          </a:prstGeom>
          <a:noFill/>
          <a:ln cap="flat" cmpd="sng" w="9525">
            <a:solidFill>
              <a:schemeClr val="dk2"/>
            </a:solidFill>
            <a:prstDash val="solid"/>
            <a:round/>
            <a:headEnd len="sm" w="sm" type="none"/>
            <a:tailEnd len="sm" w="sm" type="none"/>
          </a:ln>
        </p:spPr>
      </p:sp>
      <p:cxnSp>
        <p:nvCxnSpPr>
          <p:cNvPr id="12" name="Google Shape;12;p2"/>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13" name="Google Shape;13;p2"/>
          <p:cNvCxnSpPr/>
          <p:nvPr/>
        </p:nvCxnSpPr>
        <p:spPr>
          <a:xfrm>
            <a:off x="628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txBox="1"/>
          <p:nvPr>
            <p:ph type="title"/>
          </p:nvPr>
        </p:nvSpPr>
        <p:spPr>
          <a:xfrm>
            <a:off x="4297375" y="2005825"/>
            <a:ext cx="4230600" cy="29094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4297375" y="641350"/>
            <a:ext cx="1652100" cy="915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7" name="Google Shape;17;p3"/>
          <p:cNvSpPr/>
          <p:nvPr>
            <p:ph idx="3" type="pic"/>
          </p:nvPr>
        </p:nvSpPr>
        <p:spPr>
          <a:xfrm>
            <a:off x="628725" y="387775"/>
            <a:ext cx="3083700" cy="4755600"/>
          </a:xfrm>
          <a:prstGeom prst="round2SameRect">
            <a:avLst>
              <a:gd fmla="val 50000" name="adj1"/>
              <a:gd fmla="val 0" name="adj2"/>
            </a:avLst>
          </a:prstGeom>
          <a:noFill/>
          <a:ln cap="flat" cmpd="sng" w="9525">
            <a:solidFill>
              <a:schemeClr val="dk2"/>
            </a:solidFill>
            <a:prstDash val="solid"/>
            <a:round/>
            <a:headEnd len="sm" w="sm" type="none"/>
            <a:tailEnd len="sm" w="sm" type="none"/>
          </a:ln>
        </p:spPr>
      </p:sp>
      <p:cxnSp>
        <p:nvCxnSpPr>
          <p:cNvPr id="18" name="Google Shape;18;p3"/>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19" name="Google Shape;19;p3"/>
          <p:cNvCxnSpPr/>
          <p:nvPr/>
        </p:nvCxnSpPr>
        <p:spPr>
          <a:xfrm>
            <a:off x="628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 name="Google Shape;22;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Open Sans Light"/>
              <a:buChar char="●"/>
              <a:defRPr sz="1400"/>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 name="Shape 23"/>
        <p:cNvGrpSpPr/>
        <p:nvPr/>
      </p:nvGrpSpPr>
      <p:grpSpPr>
        <a:xfrm>
          <a:off x="0" y="0"/>
          <a:ext cx="0" cy="0"/>
          <a:chOff x="0" y="0"/>
          <a:chExt cx="0" cy="0"/>
        </a:xfrm>
      </p:grpSpPr>
      <p:sp>
        <p:nvSpPr>
          <p:cNvPr id="24" name="Google Shape;2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 name="Google Shape;25;p5"/>
          <p:cNvSpPr txBox="1"/>
          <p:nvPr>
            <p:ph idx="1" type="subTitle"/>
          </p:nvPr>
        </p:nvSpPr>
        <p:spPr>
          <a:xfrm>
            <a:off x="4298338" y="2367525"/>
            <a:ext cx="30243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 name="Google Shape;26;p5"/>
          <p:cNvSpPr txBox="1"/>
          <p:nvPr>
            <p:ph idx="2" type="subTitle"/>
          </p:nvPr>
        </p:nvSpPr>
        <p:spPr>
          <a:xfrm>
            <a:off x="720008" y="2367525"/>
            <a:ext cx="30243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 name="Google Shape;27;p5"/>
          <p:cNvSpPr txBox="1"/>
          <p:nvPr>
            <p:ph idx="3" type="subTitle"/>
          </p:nvPr>
        </p:nvSpPr>
        <p:spPr>
          <a:xfrm>
            <a:off x="720000" y="1615325"/>
            <a:ext cx="2138700" cy="7521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 name="Google Shape;28;p5"/>
          <p:cNvSpPr txBox="1"/>
          <p:nvPr>
            <p:ph idx="4" type="subTitle"/>
          </p:nvPr>
        </p:nvSpPr>
        <p:spPr>
          <a:xfrm>
            <a:off x="4298373" y="1615325"/>
            <a:ext cx="2138700" cy="7521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29" name="Google Shape;29;p5"/>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30" name="Google Shape;30;p5"/>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1" name="Shape 31"/>
        <p:cNvGrpSpPr/>
        <p:nvPr/>
      </p:nvGrpSpPr>
      <p:grpSpPr>
        <a:xfrm>
          <a:off x="0" y="0"/>
          <a:ext cx="0" cy="0"/>
          <a:chOff x="0" y="0"/>
          <a:chExt cx="0" cy="0"/>
        </a:xfrm>
      </p:grpSpPr>
      <p:sp>
        <p:nvSpPr>
          <p:cNvPr id="32" name="Google Shape;32;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33" name="Google Shape;33;p6"/>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6"/>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6"/>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36" name="Google Shape;36;p6"/>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sp>
        <p:nvSpPr>
          <p:cNvPr id="38" name="Google Shape;38;p7"/>
          <p:cNvSpPr txBox="1"/>
          <p:nvPr>
            <p:ph type="title"/>
          </p:nvPr>
        </p:nvSpPr>
        <p:spPr>
          <a:xfrm>
            <a:off x="720000" y="445019"/>
            <a:ext cx="4763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9" name="Google Shape;39;p7"/>
          <p:cNvSpPr txBox="1"/>
          <p:nvPr>
            <p:ph idx="1" type="subTitle"/>
          </p:nvPr>
        </p:nvSpPr>
        <p:spPr>
          <a:xfrm>
            <a:off x="713225" y="1790975"/>
            <a:ext cx="4294800" cy="1908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Open Sans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0" name="Shape 40"/>
        <p:cNvGrpSpPr/>
        <p:nvPr/>
      </p:nvGrpSpPr>
      <p:grpSpPr>
        <a:xfrm>
          <a:off x="0" y="0"/>
          <a:ext cx="0" cy="0"/>
          <a:chOff x="0" y="0"/>
          <a:chExt cx="0" cy="0"/>
        </a:xfrm>
      </p:grpSpPr>
      <p:sp>
        <p:nvSpPr>
          <p:cNvPr id="41" name="Google Shape;41;p8"/>
          <p:cNvSpPr txBox="1"/>
          <p:nvPr>
            <p:ph type="title"/>
          </p:nvPr>
        </p:nvSpPr>
        <p:spPr>
          <a:xfrm>
            <a:off x="1768550" y="1307100"/>
            <a:ext cx="56070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2" name="Shape 42"/>
        <p:cNvGrpSpPr/>
        <p:nvPr/>
      </p:nvGrpSpPr>
      <p:grpSpPr>
        <a:xfrm>
          <a:off x="0" y="0"/>
          <a:ext cx="0" cy="0"/>
          <a:chOff x="0" y="0"/>
          <a:chExt cx="0" cy="0"/>
        </a:xfrm>
      </p:grpSpPr>
      <p:sp>
        <p:nvSpPr>
          <p:cNvPr id="43" name="Google Shape;43;p9"/>
          <p:cNvSpPr txBox="1"/>
          <p:nvPr>
            <p:ph type="title"/>
          </p:nvPr>
        </p:nvSpPr>
        <p:spPr>
          <a:xfrm>
            <a:off x="2135550" y="1441675"/>
            <a:ext cx="4872900" cy="1187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6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4" name="Google Shape;44;p9"/>
          <p:cNvSpPr txBox="1"/>
          <p:nvPr>
            <p:ph idx="1" type="subTitle"/>
          </p:nvPr>
        </p:nvSpPr>
        <p:spPr>
          <a:xfrm>
            <a:off x="2135550" y="2784625"/>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 name="Shape 45"/>
        <p:cNvGrpSpPr/>
        <p:nvPr/>
      </p:nvGrpSpPr>
      <p:grpSpPr>
        <a:xfrm>
          <a:off x="0" y="0"/>
          <a:ext cx="0" cy="0"/>
          <a:chOff x="0" y="0"/>
          <a:chExt cx="0" cy="0"/>
        </a:xfrm>
      </p:grpSpPr>
      <p:sp>
        <p:nvSpPr>
          <p:cNvPr id="46" name="Google Shape;46;p10"/>
          <p:cNvSpPr/>
          <p:nvPr>
            <p:ph idx="2" type="pic"/>
          </p:nvPr>
        </p:nvSpPr>
        <p:spPr>
          <a:xfrm>
            <a:off x="0" y="0"/>
            <a:ext cx="9144000" cy="5143500"/>
          </a:xfrm>
          <a:prstGeom prst="rect">
            <a:avLst/>
          </a:prstGeom>
          <a:noFill/>
          <a:ln>
            <a:noFill/>
          </a:ln>
        </p:spPr>
      </p:sp>
      <p:sp>
        <p:nvSpPr>
          <p:cNvPr id="47" name="Google Shape;47;p10"/>
          <p:cNvSpPr txBox="1"/>
          <p:nvPr>
            <p:ph type="title"/>
          </p:nvPr>
        </p:nvSpPr>
        <p:spPr>
          <a:xfrm>
            <a:off x="720000" y="4014450"/>
            <a:ext cx="7704000" cy="572700"/>
          </a:xfrm>
          <a:prstGeom prst="rect">
            <a:avLst/>
          </a:prstGeom>
          <a:solidFill>
            <a:schemeClr val="lt2"/>
          </a:solidFill>
        </p:spPr>
        <p:txBody>
          <a:bodyPr anchorCtr="0" anchor="t" bIns="91425" lIns="91425" spcFirstLastPara="1" rIns="91425" wrap="square" tIns="91425">
            <a:noAutofit/>
          </a:bodyPr>
          <a:lstStyle>
            <a:lvl1pPr lvl="0" rtl="0" algn="ctr">
              <a:spcBef>
                <a:spcPts val="0"/>
              </a:spcBef>
              <a:spcAft>
                <a:spcPts val="0"/>
              </a:spcAft>
              <a:buSzPts val="2600"/>
              <a:buNone/>
              <a:defRPr sz="2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8" name="Shape 48"/>
        <p:cNvGrpSpPr/>
        <p:nvPr/>
      </p:nvGrpSpPr>
      <p:grpSpPr>
        <a:xfrm>
          <a:off x="0" y="0"/>
          <a:ext cx="0" cy="0"/>
          <a:chOff x="0" y="0"/>
          <a:chExt cx="0" cy="0"/>
        </a:xfrm>
      </p:grpSpPr>
      <p:sp>
        <p:nvSpPr>
          <p:cNvPr id="49" name="Google Shape;49;p11"/>
          <p:cNvSpPr txBox="1"/>
          <p:nvPr>
            <p:ph hasCustomPrompt="1" type="title"/>
          </p:nvPr>
        </p:nvSpPr>
        <p:spPr>
          <a:xfrm>
            <a:off x="4012575" y="1592600"/>
            <a:ext cx="4292700" cy="10452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0" name="Google Shape;50;p11"/>
          <p:cNvSpPr txBox="1"/>
          <p:nvPr>
            <p:ph idx="1" type="subTitle"/>
          </p:nvPr>
        </p:nvSpPr>
        <p:spPr>
          <a:xfrm>
            <a:off x="3852975" y="2702150"/>
            <a:ext cx="4611900" cy="462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cxnSp>
        <p:nvCxnSpPr>
          <p:cNvPr id="51" name="Google Shape;51;p11"/>
          <p:cNvCxnSpPr/>
          <p:nvPr/>
        </p:nvCxnSpPr>
        <p:spPr>
          <a:xfrm>
            <a:off x="-6275" y="4756325"/>
            <a:ext cx="91758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2" name="Shape 5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3" name="Shape 53"/>
        <p:cNvGrpSpPr/>
        <p:nvPr/>
      </p:nvGrpSpPr>
      <p:grpSpPr>
        <a:xfrm>
          <a:off x="0" y="0"/>
          <a:ext cx="0" cy="0"/>
          <a:chOff x="0" y="0"/>
          <a:chExt cx="0" cy="0"/>
        </a:xfrm>
      </p:grpSpPr>
      <p:sp>
        <p:nvSpPr>
          <p:cNvPr id="54" name="Google Shape;54;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 name="Google Shape;55;p13"/>
          <p:cNvSpPr txBox="1"/>
          <p:nvPr>
            <p:ph hasCustomPrompt="1" idx="2" type="title"/>
          </p:nvPr>
        </p:nvSpPr>
        <p:spPr>
          <a:xfrm>
            <a:off x="719975" y="1126250"/>
            <a:ext cx="614100" cy="4476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 name="Google Shape;56;p13"/>
          <p:cNvSpPr txBox="1"/>
          <p:nvPr>
            <p:ph idx="1" type="subTitle"/>
          </p:nvPr>
        </p:nvSpPr>
        <p:spPr>
          <a:xfrm>
            <a:off x="1334025" y="1126250"/>
            <a:ext cx="2142300" cy="754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7" name="Google Shape;57;p13"/>
          <p:cNvSpPr txBox="1"/>
          <p:nvPr>
            <p:ph hasCustomPrompt="1" idx="3" type="title"/>
          </p:nvPr>
        </p:nvSpPr>
        <p:spPr>
          <a:xfrm>
            <a:off x="719975" y="2364500"/>
            <a:ext cx="614100" cy="4476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8" name="Google Shape;58;p13"/>
          <p:cNvSpPr txBox="1"/>
          <p:nvPr>
            <p:ph idx="4" type="subTitle"/>
          </p:nvPr>
        </p:nvSpPr>
        <p:spPr>
          <a:xfrm>
            <a:off x="1334025" y="2364500"/>
            <a:ext cx="2142300" cy="754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 name="Google Shape;59;p13"/>
          <p:cNvSpPr txBox="1"/>
          <p:nvPr>
            <p:ph hasCustomPrompt="1" idx="5" type="title"/>
          </p:nvPr>
        </p:nvSpPr>
        <p:spPr>
          <a:xfrm>
            <a:off x="719975" y="3602750"/>
            <a:ext cx="614100" cy="4476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 name="Google Shape;60;p13"/>
          <p:cNvSpPr txBox="1"/>
          <p:nvPr>
            <p:ph idx="6" type="subTitle"/>
          </p:nvPr>
        </p:nvSpPr>
        <p:spPr>
          <a:xfrm>
            <a:off x="1334025" y="3602750"/>
            <a:ext cx="2142300" cy="754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1" name="Google Shape;61;p13"/>
          <p:cNvSpPr txBox="1"/>
          <p:nvPr>
            <p:ph hasCustomPrompt="1" idx="7" type="title"/>
          </p:nvPr>
        </p:nvSpPr>
        <p:spPr>
          <a:xfrm>
            <a:off x="4250575" y="1126250"/>
            <a:ext cx="614100" cy="4476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p:nvPr>
            <p:ph idx="8" type="subTitle"/>
          </p:nvPr>
        </p:nvSpPr>
        <p:spPr>
          <a:xfrm>
            <a:off x="4864625" y="1126250"/>
            <a:ext cx="2142300" cy="754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3" name="Google Shape;63;p13"/>
          <p:cNvSpPr txBox="1"/>
          <p:nvPr>
            <p:ph hasCustomPrompt="1" idx="9" type="title"/>
          </p:nvPr>
        </p:nvSpPr>
        <p:spPr>
          <a:xfrm>
            <a:off x="4250575" y="2364500"/>
            <a:ext cx="614100" cy="4476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4" name="Google Shape;64;p13"/>
          <p:cNvSpPr txBox="1"/>
          <p:nvPr>
            <p:ph idx="13" type="subTitle"/>
          </p:nvPr>
        </p:nvSpPr>
        <p:spPr>
          <a:xfrm>
            <a:off x="4864625" y="2364500"/>
            <a:ext cx="2142300" cy="754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5" name="Google Shape;65;p13"/>
          <p:cNvSpPr txBox="1"/>
          <p:nvPr>
            <p:ph hasCustomPrompt="1" idx="14" type="title"/>
          </p:nvPr>
        </p:nvSpPr>
        <p:spPr>
          <a:xfrm>
            <a:off x="4250575" y="3602750"/>
            <a:ext cx="614100" cy="4476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 name="Google Shape;66;p13"/>
          <p:cNvSpPr txBox="1"/>
          <p:nvPr>
            <p:ph idx="15" type="subTitle"/>
          </p:nvPr>
        </p:nvSpPr>
        <p:spPr>
          <a:xfrm>
            <a:off x="4864625" y="3602750"/>
            <a:ext cx="2142300" cy="754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67" name="Google Shape;67;p13"/>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68" name="Google Shape;68;p13"/>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69" name="Shape 69"/>
        <p:cNvGrpSpPr/>
        <p:nvPr/>
      </p:nvGrpSpPr>
      <p:grpSpPr>
        <a:xfrm>
          <a:off x="0" y="0"/>
          <a:ext cx="0" cy="0"/>
          <a:chOff x="0" y="0"/>
          <a:chExt cx="0" cy="0"/>
        </a:xfrm>
      </p:grpSpPr>
      <p:sp>
        <p:nvSpPr>
          <p:cNvPr id="70" name="Google Shape;70;p14"/>
          <p:cNvSpPr txBox="1"/>
          <p:nvPr>
            <p:ph type="title"/>
          </p:nvPr>
        </p:nvSpPr>
        <p:spPr>
          <a:xfrm>
            <a:off x="713225" y="445025"/>
            <a:ext cx="6550800" cy="17589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1" name="Google Shape;71;p14"/>
          <p:cNvSpPr txBox="1"/>
          <p:nvPr>
            <p:ph idx="1" type="subTitle"/>
          </p:nvPr>
        </p:nvSpPr>
        <p:spPr>
          <a:xfrm>
            <a:off x="4151325" y="2600400"/>
            <a:ext cx="4764300" cy="2314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Char char="●"/>
              <a:defRPr sz="1200"/>
            </a:lvl1pPr>
            <a:lvl2pPr lvl="1" algn="ctr">
              <a:lnSpc>
                <a:spcPct val="100000"/>
              </a:lnSpc>
              <a:spcBef>
                <a:spcPts val="0"/>
              </a:spcBef>
              <a:spcAft>
                <a:spcPts val="0"/>
              </a:spcAft>
              <a:buSzPts val="1200"/>
              <a:buChar char="○"/>
              <a:defRPr/>
            </a:lvl2pPr>
            <a:lvl3pPr lvl="2" algn="ctr">
              <a:lnSpc>
                <a:spcPct val="100000"/>
              </a:lnSpc>
              <a:spcBef>
                <a:spcPts val="0"/>
              </a:spcBef>
              <a:spcAft>
                <a:spcPts val="0"/>
              </a:spcAft>
              <a:buSzPts val="1200"/>
              <a:buChar char="■"/>
              <a:defRPr/>
            </a:lvl3pPr>
            <a:lvl4pPr lvl="3" algn="ctr">
              <a:lnSpc>
                <a:spcPct val="100000"/>
              </a:lnSpc>
              <a:spcBef>
                <a:spcPts val="0"/>
              </a:spcBef>
              <a:spcAft>
                <a:spcPts val="0"/>
              </a:spcAft>
              <a:buSzPts val="1200"/>
              <a:buChar char="●"/>
              <a:defRPr/>
            </a:lvl4pPr>
            <a:lvl5pPr lvl="4" algn="ctr">
              <a:lnSpc>
                <a:spcPct val="100000"/>
              </a:lnSpc>
              <a:spcBef>
                <a:spcPts val="0"/>
              </a:spcBef>
              <a:spcAft>
                <a:spcPts val="0"/>
              </a:spcAft>
              <a:buSzPts val="1200"/>
              <a:buChar char="○"/>
              <a:defRPr/>
            </a:lvl5pPr>
            <a:lvl6pPr lvl="5" algn="ctr">
              <a:lnSpc>
                <a:spcPct val="100000"/>
              </a:lnSpc>
              <a:spcBef>
                <a:spcPts val="0"/>
              </a:spcBef>
              <a:spcAft>
                <a:spcPts val="0"/>
              </a:spcAft>
              <a:buSzPts val="1200"/>
              <a:buChar char="■"/>
              <a:defRPr/>
            </a:lvl6pPr>
            <a:lvl7pPr lvl="6" algn="ctr">
              <a:lnSpc>
                <a:spcPct val="100000"/>
              </a:lnSpc>
              <a:spcBef>
                <a:spcPts val="0"/>
              </a:spcBef>
              <a:spcAft>
                <a:spcPts val="0"/>
              </a:spcAft>
              <a:buSzPts val="1200"/>
              <a:buChar char="●"/>
              <a:defRPr/>
            </a:lvl7pPr>
            <a:lvl8pPr lvl="7" algn="ctr">
              <a:lnSpc>
                <a:spcPct val="100000"/>
              </a:lnSpc>
              <a:spcBef>
                <a:spcPts val="0"/>
              </a:spcBef>
              <a:spcAft>
                <a:spcPts val="0"/>
              </a:spcAft>
              <a:buSzPts val="1200"/>
              <a:buChar char="○"/>
              <a:defRPr/>
            </a:lvl8pPr>
            <a:lvl9pPr lvl="8" algn="ctr">
              <a:lnSpc>
                <a:spcPct val="100000"/>
              </a:lnSpc>
              <a:spcBef>
                <a:spcPts val="0"/>
              </a:spcBef>
              <a:spcAft>
                <a:spcPts val="0"/>
              </a:spcAft>
              <a:buSzPts val="1200"/>
              <a:buChar char="■"/>
              <a:defRPr/>
            </a:lvl9pPr>
          </a:lstStyle>
          <a:p/>
        </p:txBody>
      </p:sp>
      <p:cxnSp>
        <p:nvCxnSpPr>
          <p:cNvPr id="72" name="Google Shape;72;p14"/>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73" name="Google Shape;73;p14"/>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cxnSp>
        <p:nvCxnSpPr>
          <p:cNvPr id="74" name="Google Shape;74;p14"/>
          <p:cNvCxnSpPr/>
          <p:nvPr/>
        </p:nvCxnSpPr>
        <p:spPr>
          <a:xfrm>
            <a:off x="-6275" y="2426125"/>
            <a:ext cx="91758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75" name="Shape 75"/>
        <p:cNvGrpSpPr/>
        <p:nvPr/>
      </p:nvGrpSpPr>
      <p:grpSpPr>
        <a:xfrm>
          <a:off x="0" y="0"/>
          <a:ext cx="0" cy="0"/>
          <a:chOff x="0" y="0"/>
          <a:chExt cx="0" cy="0"/>
        </a:xfrm>
      </p:grpSpPr>
      <p:sp>
        <p:nvSpPr>
          <p:cNvPr id="76" name="Google Shape;76;p15"/>
          <p:cNvSpPr txBox="1"/>
          <p:nvPr>
            <p:ph type="title"/>
          </p:nvPr>
        </p:nvSpPr>
        <p:spPr>
          <a:xfrm>
            <a:off x="722175" y="445025"/>
            <a:ext cx="4571700" cy="12240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7" name="Google Shape;77;p15"/>
          <p:cNvSpPr txBox="1"/>
          <p:nvPr>
            <p:ph idx="1" type="subTitle"/>
          </p:nvPr>
        </p:nvSpPr>
        <p:spPr>
          <a:xfrm>
            <a:off x="713225" y="1790975"/>
            <a:ext cx="4571700" cy="2779500"/>
          </a:xfrm>
          <a:prstGeom prst="rect">
            <a:avLst/>
          </a:prstGeom>
        </p:spPr>
        <p:txBody>
          <a:bodyPr anchorCtr="0" anchor="t" bIns="91425" lIns="91425" spcFirstLastPara="1" rIns="91425" wrap="square" tIns="91425">
            <a:noAutofit/>
          </a:bodyPr>
          <a:lstStyle>
            <a:lvl1pPr lvl="0">
              <a:spcBef>
                <a:spcPts val="0"/>
              </a:spcBef>
              <a:spcAft>
                <a:spcPts val="0"/>
              </a:spcAft>
              <a:buSzPts val="1600"/>
              <a:buFont typeface="Open Sans Light"/>
              <a:buChar char="●"/>
              <a:defRPr/>
            </a:lvl1pPr>
            <a:lvl2pPr lvl="1" algn="ctr">
              <a:lnSpc>
                <a:spcPct val="100000"/>
              </a:lnSpc>
              <a:spcBef>
                <a:spcPts val="0"/>
              </a:spcBef>
              <a:spcAft>
                <a:spcPts val="0"/>
              </a:spcAft>
              <a:buClr>
                <a:srgbClr val="E76A28"/>
              </a:buClr>
              <a:buSzPts val="1600"/>
              <a:buFont typeface="Nunito Light"/>
              <a:buChar char="○"/>
              <a:defRPr/>
            </a:lvl2pPr>
            <a:lvl3pPr lvl="2" algn="ctr">
              <a:lnSpc>
                <a:spcPct val="100000"/>
              </a:lnSpc>
              <a:spcBef>
                <a:spcPts val="0"/>
              </a:spcBef>
              <a:spcAft>
                <a:spcPts val="0"/>
              </a:spcAft>
              <a:buClr>
                <a:srgbClr val="E76A28"/>
              </a:buClr>
              <a:buSzPts val="1500"/>
              <a:buFont typeface="Nunito Light"/>
              <a:buChar char="■"/>
              <a:defRPr/>
            </a:lvl3pPr>
            <a:lvl4pPr lvl="3" algn="ctr">
              <a:lnSpc>
                <a:spcPct val="100000"/>
              </a:lnSpc>
              <a:spcBef>
                <a:spcPts val="0"/>
              </a:spcBef>
              <a:spcAft>
                <a:spcPts val="0"/>
              </a:spcAft>
              <a:buClr>
                <a:srgbClr val="E76A28"/>
              </a:buClr>
              <a:buSzPts val="15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300"/>
              <a:buFont typeface="Nunito Light"/>
              <a:buChar char="●"/>
              <a:defRPr/>
            </a:lvl7pPr>
            <a:lvl8pPr lvl="7" algn="ctr">
              <a:lnSpc>
                <a:spcPct val="100000"/>
              </a:lnSpc>
              <a:spcBef>
                <a:spcPts val="0"/>
              </a:spcBef>
              <a:spcAft>
                <a:spcPts val="0"/>
              </a:spcAft>
              <a:buClr>
                <a:srgbClr val="999999"/>
              </a:buClr>
              <a:buSzPts val="13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8" name="Google Shape;78;p15"/>
          <p:cNvSpPr/>
          <p:nvPr>
            <p:ph idx="2" type="pic"/>
          </p:nvPr>
        </p:nvSpPr>
        <p:spPr>
          <a:xfrm>
            <a:off x="5520700" y="387775"/>
            <a:ext cx="3083700" cy="4755600"/>
          </a:xfrm>
          <a:prstGeom prst="roundRect">
            <a:avLst>
              <a:gd fmla="val 16667" name="adj"/>
            </a:avLst>
          </a:prstGeom>
          <a:noFill/>
          <a:ln>
            <a:noFill/>
          </a:ln>
        </p:spPr>
      </p:sp>
      <p:cxnSp>
        <p:nvCxnSpPr>
          <p:cNvPr id="79" name="Google Shape;79;p15"/>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0" name="Shape 80"/>
        <p:cNvGrpSpPr/>
        <p:nvPr/>
      </p:nvGrpSpPr>
      <p:grpSpPr>
        <a:xfrm>
          <a:off x="0" y="0"/>
          <a:ext cx="0" cy="0"/>
          <a:chOff x="0" y="0"/>
          <a:chExt cx="0" cy="0"/>
        </a:xfrm>
      </p:grpSpPr>
      <p:sp>
        <p:nvSpPr>
          <p:cNvPr id="81" name="Google Shape;81;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 name="Google Shape;82;p16"/>
          <p:cNvSpPr txBox="1"/>
          <p:nvPr>
            <p:ph idx="1" type="subTitle"/>
          </p:nvPr>
        </p:nvSpPr>
        <p:spPr>
          <a:xfrm>
            <a:off x="720000" y="2360157"/>
            <a:ext cx="23055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3" name="Google Shape;83;p16"/>
          <p:cNvSpPr txBox="1"/>
          <p:nvPr>
            <p:ph idx="2" type="subTitle"/>
          </p:nvPr>
        </p:nvSpPr>
        <p:spPr>
          <a:xfrm>
            <a:off x="3419218" y="2360157"/>
            <a:ext cx="23055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4" name="Google Shape;84;p16"/>
          <p:cNvSpPr txBox="1"/>
          <p:nvPr>
            <p:ph idx="3" type="subTitle"/>
          </p:nvPr>
        </p:nvSpPr>
        <p:spPr>
          <a:xfrm>
            <a:off x="6118444" y="2360157"/>
            <a:ext cx="23055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5" name="Google Shape;85;p16"/>
          <p:cNvSpPr txBox="1"/>
          <p:nvPr>
            <p:ph idx="4" type="subTitle"/>
          </p:nvPr>
        </p:nvSpPr>
        <p:spPr>
          <a:xfrm>
            <a:off x="720000" y="1403100"/>
            <a:ext cx="2305500" cy="95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6" name="Google Shape;86;p16"/>
          <p:cNvSpPr txBox="1"/>
          <p:nvPr>
            <p:ph idx="5" type="subTitle"/>
          </p:nvPr>
        </p:nvSpPr>
        <p:spPr>
          <a:xfrm>
            <a:off x="3419225" y="1403100"/>
            <a:ext cx="2305500" cy="95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7" name="Google Shape;87;p16"/>
          <p:cNvSpPr txBox="1"/>
          <p:nvPr>
            <p:ph idx="6" type="subTitle"/>
          </p:nvPr>
        </p:nvSpPr>
        <p:spPr>
          <a:xfrm>
            <a:off x="6118449" y="1403100"/>
            <a:ext cx="2305500" cy="95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88" name="Google Shape;88;p16"/>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89" name="Google Shape;89;p16"/>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90" name="Shape 90"/>
        <p:cNvGrpSpPr/>
        <p:nvPr/>
      </p:nvGrpSpPr>
      <p:grpSpPr>
        <a:xfrm>
          <a:off x="0" y="0"/>
          <a:ext cx="0" cy="0"/>
          <a:chOff x="0" y="0"/>
          <a:chExt cx="0" cy="0"/>
        </a:xfrm>
      </p:grpSpPr>
      <p:sp>
        <p:nvSpPr>
          <p:cNvPr id="91" name="Google Shape;9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2" name="Google Shape;92;p17"/>
          <p:cNvSpPr txBox="1"/>
          <p:nvPr>
            <p:ph idx="1" type="subTitle"/>
          </p:nvPr>
        </p:nvSpPr>
        <p:spPr>
          <a:xfrm>
            <a:off x="720007" y="1825100"/>
            <a:ext cx="28725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3" name="Google Shape;93;p17"/>
          <p:cNvSpPr txBox="1"/>
          <p:nvPr>
            <p:ph idx="2" type="subTitle"/>
          </p:nvPr>
        </p:nvSpPr>
        <p:spPr>
          <a:xfrm>
            <a:off x="4151493" y="1825100"/>
            <a:ext cx="28725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4" name="Google Shape;94;p17"/>
          <p:cNvSpPr txBox="1"/>
          <p:nvPr>
            <p:ph idx="3" type="subTitle"/>
          </p:nvPr>
        </p:nvSpPr>
        <p:spPr>
          <a:xfrm>
            <a:off x="720007" y="3591950"/>
            <a:ext cx="28725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5" name="Google Shape;95;p17"/>
          <p:cNvSpPr txBox="1"/>
          <p:nvPr>
            <p:ph idx="4" type="subTitle"/>
          </p:nvPr>
        </p:nvSpPr>
        <p:spPr>
          <a:xfrm>
            <a:off x="4151493" y="3591950"/>
            <a:ext cx="28725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6" name="Google Shape;96;p17"/>
          <p:cNvSpPr txBox="1"/>
          <p:nvPr>
            <p:ph idx="5" type="subTitle"/>
          </p:nvPr>
        </p:nvSpPr>
        <p:spPr>
          <a:xfrm>
            <a:off x="720008" y="1204400"/>
            <a:ext cx="2872500" cy="62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Raleway"/>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gn="ctr">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gn="ctr">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gn="ctr">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gn="ctr">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gn="ctr">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gn="ctr">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gn="ctr">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97" name="Google Shape;97;p17"/>
          <p:cNvSpPr txBox="1"/>
          <p:nvPr>
            <p:ph idx="6" type="subTitle"/>
          </p:nvPr>
        </p:nvSpPr>
        <p:spPr>
          <a:xfrm>
            <a:off x="720008" y="2971375"/>
            <a:ext cx="2872500" cy="62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Raleway"/>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gn="ctr">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gn="ctr">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gn="ctr">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gn="ctr">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gn="ctr">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gn="ctr">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gn="ctr">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98" name="Google Shape;98;p17"/>
          <p:cNvSpPr txBox="1"/>
          <p:nvPr>
            <p:ph idx="7" type="subTitle"/>
          </p:nvPr>
        </p:nvSpPr>
        <p:spPr>
          <a:xfrm>
            <a:off x="4151466" y="1204400"/>
            <a:ext cx="2872500" cy="62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Raleway"/>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gn="ctr">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gn="ctr">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gn="ctr">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gn="ctr">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gn="ctr">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gn="ctr">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gn="ctr">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99" name="Google Shape;99;p17"/>
          <p:cNvSpPr txBox="1"/>
          <p:nvPr>
            <p:ph idx="8" type="subTitle"/>
          </p:nvPr>
        </p:nvSpPr>
        <p:spPr>
          <a:xfrm>
            <a:off x="4151466" y="2971375"/>
            <a:ext cx="2872500" cy="62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Raleway"/>
              <a:buNone/>
              <a:defRPr sz="1800">
                <a:solidFill>
                  <a:schemeClr val="dk1"/>
                </a:solidFill>
                <a:latin typeface="Anybody"/>
                <a:ea typeface="Anybody"/>
                <a:cs typeface="Anybody"/>
                <a:sym typeface="Anybody"/>
              </a:defRPr>
            </a:lvl1pPr>
            <a:lvl2pPr lvl="1" rtl="0" algn="ctr">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gn="ctr">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gn="ctr">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gn="ctr">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gn="ctr">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gn="ctr">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gn="ctr">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gn="ctr">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cxnSp>
        <p:nvCxnSpPr>
          <p:cNvPr id="100" name="Google Shape;100;p17"/>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101" name="Google Shape;101;p17"/>
          <p:cNvCxnSpPr/>
          <p:nvPr/>
        </p:nvCxnSpPr>
        <p:spPr>
          <a:xfrm>
            <a:off x="374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02" name="Shape 102"/>
        <p:cNvGrpSpPr/>
        <p:nvPr/>
      </p:nvGrpSpPr>
      <p:grpSpPr>
        <a:xfrm>
          <a:off x="0" y="0"/>
          <a:ext cx="0" cy="0"/>
          <a:chOff x="0" y="0"/>
          <a:chExt cx="0" cy="0"/>
        </a:xfrm>
      </p:grpSpPr>
      <p:sp>
        <p:nvSpPr>
          <p:cNvPr id="103" name="Google Shape;103;p18"/>
          <p:cNvSpPr txBox="1"/>
          <p:nvPr>
            <p:ph type="title"/>
          </p:nvPr>
        </p:nvSpPr>
        <p:spPr>
          <a:xfrm>
            <a:off x="961663" y="748675"/>
            <a:ext cx="4899000" cy="7275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4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4" name="Google Shape;104;p18"/>
          <p:cNvSpPr txBox="1"/>
          <p:nvPr>
            <p:ph idx="1" type="subTitle"/>
          </p:nvPr>
        </p:nvSpPr>
        <p:spPr>
          <a:xfrm>
            <a:off x="961625" y="1443775"/>
            <a:ext cx="48990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5" name="Google Shape;105;p18"/>
          <p:cNvSpPr txBox="1"/>
          <p:nvPr/>
        </p:nvSpPr>
        <p:spPr>
          <a:xfrm>
            <a:off x="961625" y="3712525"/>
            <a:ext cx="39918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b="1" lang="en" sz="1000" u="sng">
                <a:solidFill>
                  <a:schemeClr val="hlink"/>
                </a:solidFill>
                <a:latin typeface="Open Sans"/>
                <a:ea typeface="Open Sans"/>
                <a:cs typeface="Open Sans"/>
                <a:sym typeface="Open Sans"/>
                <a:hlinkClick r:id="rId2"/>
              </a:rPr>
              <a:t>Slidesgo</a:t>
            </a:r>
            <a:r>
              <a:rPr lang="en" sz="1000">
                <a:solidFill>
                  <a:schemeClr val="dk1"/>
                </a:solidFill>
                <a:latin typeface="Open Sans"/>
                <a:ea typeface="Open Sans"/>
                <a:cs typeface="Open Sans"/>
                <a:sym typeface="Open Sans"/>
              </a:rPr>
              <a:t>, and includes icons, infographics &amp; images by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000" u="sng">
                <a:solidFill>
                  <a:schemeClr val="dk1"/>
                </a:solidFill>
                <a:latin typeface="Open Sans"/>
                <a:ea typeface="Open Sans"/>
                <a:cs typeface="Open Sans"/>
                <a:sym typeface="Open Sans"/>
              </a:rPr>
              <a:t> </a:t>
            </a:r>
            <a:endParaRPr b="1" sz="1000" u="sng">
              <a:solidFill>
                <a:schemeClr val="dk1"/>
              </a:solidFill>
              <a:latin typeface="Open Sans"/>
              <a:ea typeface="Open Sans"/>
              <a:cs typeface="Open Sans"/>
              <a:sym typeface="Open Sans"/>
            </a:endParaRPr>
          </a:p>
        </p:txBody>
      </p:sp>
      <p:cxnSp>
        <p:nvCxnSpPr>
          <p:cNvPr id="106" name="Google Shape;106;p18"/>
          <p:cNvCxnSpPr/>
          <p:nvPr/>
        </p:nvCxnSpPr>
        <p:spPr>
          <a:xfrm>
            <a:off x="-6275" y="387775"/>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18"/>
          <p:cNvCxnSpPr/>
          <p:nvPr/>
        </p:nvCxnSpPr>
        <p:spPr>
          <a:xfrm>
            <a:off x="6287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8" name="Shape 108"/>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09" name="Shape 109"/>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3" name="Shape 113"/>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14" name="Shape 114"/>
        <p:cNvGrpSpPr/>
        <p:nvPr/>
      </p:nvGrpSpPr>
      <p:grpSpPr>
        <a:xfrm>
          <a:off x="0" y="0"/>
          <a:ext cx="0" cy="0"/>
          <a:chOff x="0" y="0"/>
          <a:chExt cx="0" cy="0"/>
        </a:xfrm>
      </p:grpSpPr>
      <p:sp>
        <p:nvSpPr>
          <p:cNvPr id="115" name="Google Shape;115;p23"/>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6" name="Google Shape;116;p23"/>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sldGuideLst>
    </p:ext>
  </p:extLst>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17" name="Shape 117"/>
        <p:cNvGrpSpPr/>
        <p:nvPr/>
      </p:nvGrpSpPr>
      <p:grpSpPr>
        <a:xfrm>
          <a:off x="0" y="0"/>
          <a:ext cx="0" cy="0"/>
          <a:chOff x="0" y="0"/>
          <a:chExt cx="0" cy="0"/>
        </a:xfrm>
      </p:grpSpPr>
      <p:sp>
        <p:nvSpPr>
          <p:cNvPr id="118" name="Google Shape;118;p24"/>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9" name="Google Shape;119;p24"/>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20" name="Google Shape;120;p24"/>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slideLayout" Target="../slideLayouts/slideLayout21.xml"/><Relationship Id="rId3" Type="http://schemas.openxmlformats.org/officeDocument/2006/relationships/slideLayout" Target="../slideLayouts/slideLayout22.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2600"/>
              <a:buFont typeface="Anybody"/>
              <a:buNone/>
              <a:defRPr sz="2600">
                <a:solidFill>
                  <a:schemeClr val="dk2"/>
                </a:solidFill>
                <a:latin typeface="Anybody"/>
                <a:ea typeface="Anybody"/>
                <a:cs typeface="Anybody"/>
                <a:sym typeface="Anybody"/>
              </a:defRPr>
            </a:lvl1pPr>
            <a:lvl2pPr lvl="1"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2pPr>
            <a:lvl3pPr lvl="2"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3pPr>
            <a:lvl4pPr lvl="3"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4pPr>
            <a:lvl5pPr lvl="4"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5pPr>
            <a:lvl6pPr lvl="5"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6pPr>
            <a:lvl7pPr lvl="6"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7pPr>
            <a:lvl8pPr lvl="7"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8pPr>
            <a:lvl9pPr lvl="8" rtl="0">
              <a:spcBef>
                <a:spcPts val="0"/>
              </a:spcBef>
              <a:spcAft>
                <a:spcPts val="0"/>
              </a:spcAft>
              <a:buClr>
                <a:schemeClr val="dk2"/>
              </a:buClr>
              <a:buSzPts val="3500"/>
              <a:buFont typeface="Anybody"/>
              <a:buNone/>
              <a:defRPr sz="3500">
                <a:solidFill>
                  <a:schemeClr val="dk2"/>
                </a:solidFill>
                <a:latin typeface="Anybody"/>
                <a:ea typeface="Anybody"/>
                <a:cs typeface="Anybody"/>
                <a:sym typeface="Anybody"/>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1pPr>
            <a:lvl2pPr indent="-304800" lvl="1" marL="9144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2pPr>
            <a:lvl3pPr indent="-304800" lvl="2" marL="13716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3pPr>
            <a:lvl4pPr indent="-304800" lvl="3" marL="1828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4pPr>
            <a:lvl5pPr indent="-304800" lvl="4" marL="22860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5pPr>
            <a:lvl6pPr indent="-304800" lvl="5" marL="27432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6pPr>
            <a:lvl7pPr indent="-304800" lvl="6" marL="32004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7pPr>
            <a:lvl8pPr indent="-304800" lvl="7" marL="36576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8pPr>
            <a:lvl9pPr indent="-304800" lvl="8" marL="411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144">
          <p15:clr>
            <a:srgbClr val="EA4335"/>
          </p15:clr>
        </p15:guide>
        <p15:guide id="2" pos="5616">
          <p15:clr>
            <a:srgbClr val="EA4335"/>
          </p15:clr>
        </p15:guide>
        <p15:guide id="3" orient="horz" pos="144">
          <p15:clr>
            <a:srgbClr val="EA4335"/>
          </p15:clr>
        </p15:guide>
        <p15:guide id="4" orient="horz" pos="3096">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10" name="Shape 110"/>
        <p:cNvGrpSpPr/>
        <p:nvPr/>
      </p:nvGrpSpPr>
      <p:grpSpPr>
        <a:xfrm>
          <a:off x="0" y="0"/>
          <a:ext cx="0" cy="0"/>
          <a:chOff x="0" y="0"/>
          <a:chExt cx="0" cy="0"/>
        </a:xfrm>
      </p:grpSpPr>
      <p:sp>
        <p:nvSpPr>
          <p:cNvPr id="111" name="Google Shape;111;p21"/>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12" name="Google Shape;112;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67" r:id="rId1"/>
    <p:sldLayoutId id="2147483668" r:id="rId2"/>
    <p:sldLayoutId id="2147483669"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jp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1.xml"/><Relationship Id="rId13" Type="http://schemas.openxmlformats.org/officeDocument/2006/relationships/hyperlink" Target="https://slidesgo.com/ai?utm_source=Slidesgo_template&amp;utm_medium=referral-link&amp;utm_campaign=sg_credits&amp;utm_term=Slidesgo"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19.xml"/><Relationship Id="rId4" Type="http://schemas.openxmlformats.org/officeDocument/2006/relationships/slide" Target="/ppt/slides/slide16.xml"/><Relationship Id="rId9" Type="http://schemas.openxmlformats.org/officeDocument/2006/relationships/slide" Target="/ppt/slides/slide27.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5.xml"/><Relationship Id="rId6" Type="http://schemas.openxmlformats.org/officeDocument/2006/relationships/slide" Target="/ppt/slides/slide15.xml"/><Relationship Id="rId7" Type="http://schemas.openxmlformats.org/officeDocument/2006/relationships/slide" Target="/ppt/slides/slide14.xml"/><Relationship Id="rId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7.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C5sTFFwKPNsHOL3Dt7nPKfpHAv0RRQAujeHgMGy1x8U/copy" TargetMode="External"/><Relationship Id="rId5" Type="http://schemas.openxmlformats.org/officeDocument/2006/relationships/image" Target="../media/image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xml"/><Relationship Id="rId3" Type="http://schemas.openxmlformats.org/officeDocument/2006/relationships/hyperlink" Target="https://www.freepik.com/free-ai-image/monochromatic-urban-minimal-landscape_94943560.htm" TargetMode="External"/><Relationship Id="rId4" Type="http://schemas.openxmlformats.org/officeDocument/2006/relationships/hyperlink" Target="https://www.freepik.com/free-ai-image/monochromatic-urban-minimal-landscape_94943564.htm" TargetMode="External"/><Relationship Id="rId5" Type="http://schemas.openxmlformats.org/officeDocument/2006/relationships/hyperlink" Target="https://www.freepik.com/free-ai-image/monochromatic-urban-minimal-landscape_94943639.htm" TargetMode="External"/><Relationship Id="rId6" Type="http://schemas.openxmlformats.org/officeDocument/2006/relationships/hyperlink" Target="https://www.freepik.com/free-ai-image/monochromatic-urban-minimal-landscape_94943638.htm" TargetMode="External"/><Relationship Id="rId7" Type="http://schemas.openxmlformats.org/officeDocument/2006/relationships/hyperlink" Target="https://www.freepik.com/free-photo/set-easter-eggs-quills-bowl-near-plant-twigs-vase_3991674.htm" TargetMode="External"/><Relationship Id="rId8" Type="http://schemas.openxmlformats.org/officeDocument/2006/relationships/hyperlink" Target="https://www.freepik.com/free-photo/natural-abstract-shadow-details_21090407.htm"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 Id="rId3" Type="http://schemas.openxmlformats.org/officeDocument/2006/relationships/hyperlink" Target="https://www.freepik.com/free-ai-image/monochromatic-urban-minimal-landscape_94943563.htm" TargetMode="External"/><Relationship Id="rId4" Type="http://schemas.openxmlformats.org/officeDocument/2006/relationships/hyperlink" Target="https://www.freepik.com/free-ai-image/3d-tree-with-leaves-branches-displayed-podium_58845196.htm" TargetMode="External"/><Relationship Id="rId5" Type="http://schemas.openxmlformats.org/officeDocument/2006/relationships/hyperlink" Target="https://www.freepik.com/free-ai-image/minimalist-office-interior-design_320230830.htm" TargetMode="External"/><Relationship Id="rId6" Type="http://schemas.openxmlformats.org/officeDocument/2006/relationships/hyperlink" Target="https://www.freepik.com/free-ai-image/minimalist-office-interior-design_320230507.htm"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 Id="rId3" Type="http://schemas.openxmlformats.org/officeDocument/2006/relationships/hyperlink" Target="https://fonts.google.com/specimen/Anybody" TargetMode="External"/><Relationship Id="rId4" Type="http://schemas.openxmlformats.org/officeDocument/2006/relationships/hyperlink" Target="https://fonts.google.com/specimen/Open+Sans"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4.png"/><Relationship Id="rId6" Type="http://schemas.openxmlformats.org/officeDocument/2006/relationships/image" Target="../media/image5.png"/><Relationship Id="rId7" Type="http://schemas.openxmlformats.org/officeDocument/2006/relationships/hyperlink" Target="https://slidesgo.com/ai-presentations#rs=banner-top"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 Id="rId3" Type="http://schemas.openxmlformats.org/officeDocument/2006/relationships/hyperlink" Target="https://bit.ly/2ZjL1pd"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hyperlink" Target="https://workspace.google.com/marketplace/app/icons_for_slides_docs/381578326502"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 name="Shape 124"/>
        <p:cNvGrpSpPr/>
        <p:nvPr/>
      </p:nvGrpSpPr>
      <p:grpSpPr>
        <a:xfrm>
          <a:off x="0" y="0"/>
          <a:ext cx="0" cy="0"/>
          <a:chOff x="0" y="0"/>
          <a:chExt cx="0" cy="0"/>
        </a:xfrm>
      </p:grpSpPr>
      <p:grpSp>
        <p:nvGrpSpPr>
          <p:cNvPr id="125" name="Google Shape;125;p25"/>
          <p:cNvGrpSpPr/>
          <p:nvPr/>
        </p:nvGrpSpPr>
        <p:grpSpPr>
          <a:xfrm>
            <a:off x="-6275" y="425"/>
            <a:ext cx="9175800" cy="5245200"/>
            <a:chOff x="-6275" y="425"/>
            <a:chExt cx="9175800" cy="5245200"/>
          </a:xfrm>
        </p:grpSpPr>
        <p:cxnSp>
          <p:nvCxnSpPr>
            <p:cNvPr id="126" name="Google Shape;126;p25"/>
            <p:cNvCxnSpPr/>
            <p:nvPr/>
          </p:nvCxnSpPr>
          <p:spPr>
            <a:xfrm>
              <a:off x="5683300" y="425"/>
              <a:ext cx="0" cy="5245200"/>
            </a:xfrm>
            <a:prstGeom prst="straightConnector1">
              <a:avLst/>
            </a:prstGeom>
            <a:noFill/>
            <a:ln cap="flat" cmpd="sng" w="9525">
              <a:solidFill>
                <a:schemeClr val="dk2"/>
              </a:solidFill>
              <a:prstDash val="solid"/>
              <a:round/>
              <a:headEnd len="med" w="med" type="none"/>
              <a:tailEnd len="med" w="med" type="none"/>
            </a:ln>
          </p:spPr>
        </p:cxnSp>
        <p:cxnSp>
          <p:nvCxnSpPr>
            <p:cNvPr id="127" name="Google Shape;127;p25"/>
            <p:cNvCxnSpPr/>
            <p:nvPr/>
          </p:nvCxnSpPr>
          <p:spPr>
            <a:xfrm>
              <a:off x="8767000" y="425"/>
              <a:ext cx="0" cy="5245200"/>
            </a:xfrm>
            <a:prstGeom prst="straightConnector1">
              <a:avLst/>
            </a:prstGeom>
            <a:noFill/>
            <a:ln cap="flat" cmpd="sng" w="9525">
              <a:solidFill>
                <a:schemeClr val="dk2"/>
              </a:solidFill>
              <a:prstDash val="solid"/>
              <a:round/>
              <a:headEnd len="med" w="med" type="none"/>
              <a:tailEnd len="med" w="med" type="none"/>
            </a:ln>
          </p:spPr>
        </p:cxnSp>
        <p:cxnSp>
          <p:nvCxnSpPr>
            <p:cNvPr id="128" name="Google Shape;128;p25"/>
            <p:cNvCxnSpPr/>
            <p:nvPr/>
          </p:nvCxnSpPr>
          <p:spPr>
            <a:xfrm>
              <a:off x="-6275" y="3843825"/>
              <a:ext cx="9175800" cy="0"/>
            </a:xfrm>
            <a:prstGeom prst="straightConnector1">
              <a:avLst/>
            </a:prstGeom>
            <a:noFill/>
            <a:ln cap="flat" cmpd="sng" w="9525">
              <a:solidFill>
                <a:schemeClr val="dk2"/>
              </a:solidFill>
              <a:prstDash val="solid"/>
              <a:round/>
              <a:headEnd len="med" w="med" type="none"/>
              <a:tailEnd len="med" w="med" type="none"/>
            </a:ln>
          </p:spPr>
        </p:cxnSp>
      </p:grpSp>
      <p:sp>
        <p:nvSpPr>
          <p:cNvPr id="129" name="Google Shape;129;p25"/>
          <p:cNvSpPr txBox="1"/>
          <p:nvPr>
            <p:ph type="ctrTitle"/>
          </p:nvPr>
        </p:nvSpPr>
        <p:spPr>
          <a:xfrm>
            <a:off x="870025" y="622725"/>
            <a:ext cx="4638900" cy="314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MINIMALIST AESTHETIC</a:t>
            </a:r>
            <a:endParaRPr>
              <a:solidFill>
                <a:schemeClr val="dk2"/>
              </a:solidFill>
            </a:endParaRPr>
          </a:p>
        </p:txBody>
      </p:sp>
      <p:sp>
        <p:nvSpPr>
          <p:cNvPr id="130" name="Google Shape;130;p25"/>
          <p:cNvSpPr txBox="1"/>
          <p:nvPr>
            <p:ph idx="1" type="subTitle"/>
          </p:nvPr>
        </p:nvSpPr>
        <p:spPr>
          <a:xfrm>
            <a:off x="870025" y="3968650"/>
            <a:ext cx="4638900" cy="68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31" name="Google Shape;131;p25" title="monochromatic-urban-minimal-landscape.jpg"/>
          <p:cNvPicPr preferRelativeResize="0"/>
          <p:nvPr>
            <p:ph idx="2" type="pic"/>
          </p:nvPr>
        </p:nvPicPr>
        <p:blipFill rotWithShape="1">
          <a:blip r:embed="rId3">
            <a:alphaModFix/>
          </a:blip>
          <a:srcRect b="0" l="9461" r="9461" t="0"/>
          <a:stretch/>
        </p:blipFill>
        <p:spPr>
          <a:xfrm>
            <a:off x="5683300" y="387775"/>
            <a:ext cx="3083700" cy="4755600"/>
          </a:xfrm>
          <a:prstGeom prst="round2SameRect">
            <a:avLst>
              <a:gd fmla="val 50000" name="adj1"/>
              <a:gd fmla="val 0" name="adj2"/>
            </a:avLst>
          </a:prstGeom>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 name="Shape 135"/>
        <p:cNvGrpSpPr/>
        <p:nvPr/>
      </p:nvGrpSpPr>
      <p:grpSpPr>
        <a:xfrm>
          <a:off x="0" y="0"/>
          <a:ext cx="0" cy="0"/>
          <a:chOff x="0" y="0"/>
          <a:chExt cx="0" cy="0"/>
        </a:xfrm>
      </p:grpSpPr>
      <p:sp>
        <p:nvSpPr>
          <p:cNvPr id="136" name="Google Shape;136;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137" name="Google Shape;137;p26"/>
          <p:cNvGraphicFramePr/>
          <p:nvPr/>
        </p:nvGraphicFramePr>
        <p:xfrm>
          <a:off x="720000" y="1614825"/>
          <a:ext cx="3000000" cy="3000000"/>
        </p:xfrm>
        <a:graphic>
          <a:graphicData uri="http://schemas.openxmlformats.org/drawingml/2006/table">
            <a:tbl>
              <a:tblPr>
                <a:noFill/>
                <a:tableStyleId>{6A56D8BE-0022-4943-9EAC-562C483FE479}</a:tableStyleId>
              </a:tblPr>
              <a:tblGrid>
                <a:gridCol w="2473825"/>
                <a:gridCol w="5230175"/>
              </a:tblGrid>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3"/>
                        </a:rPr>
                        <a:t>Fonts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To view this template correctly in PowerPoint, download and install the fonts we used</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4"/>
                        </a:rPr>
                        <a:t>Used</a:t>
                      </a:r>
                      <a:r>
                        <a:rPr b="1" lang="en" sz="1000">
                          <a:solidFill>
                            <a:schemeClr val="dk1"/>
                          </a:solidFill>
                          <a:latin typeface="Open Sans"/>
                          <a:ea typeface="Open Sans"/>
                          <a:cs typeface="Open Sans"/>
                          <a:sym typeface="Open Sans"/>
                        </a:rPr>
                        <a:t> and </a:t>
                      </a:r>
                      <a:r>
                        <a:rPr b="1" lang="en" sz="1000" u="sng">
                          <a:solidFill>
                            <a:schemeClr val="hlink"/>
                          </a:solidFill>
                          <a:latin typeface="Open Sans"/>
                          <a:ea typeface="Open Sans"/>
                          <a:cs typeface="Open Sans"/>
                          <a:sym typeface="Open Sans"/>
                          <a:hlinkClick action="ppaction://hlinksldjump" r:id="rId5"/>
                        </a:rPr>
                        <a:t>alternative</a:t>
                      </a:r>
                      <a:r>
                        <a:rPr b="1" lang="en" sz="1000" u="sng">
                          <a:solidFill>
                            <a:schemeClr val="hlink"/>
                          </a:solidFill>
                          <a:latin typeface="Open Sans"/>
                          <a:ea typeface="Open Sans"/>
                          <a:cs typeface="Open Sans"/>
                          <a:sym typeface="Open Sans"/>
                          <a:hlinkClick action="ppaction://hlinksldjump" r:id="rId6"/>
                        </a:rPr>
                        <a:t> resources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Open Sans"/>
                          <a:ea typeface="Open Sans"/>
                          <a:cs typeface="Open Sans"/>
                          <a:sym typeface="Open Sans"/>
                        </a:rPr>
                        <a:t>An assortment of graphic resources that are suitable for use in this presentation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7"/>
                        </a:rPr>
                        <a:t>Thanks slide</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You must keep it so that proper credits for our design are given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8"/>
                        </a:rPr>
                        <a:t>Colors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All the colors used in this presentation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9"/>
                        </a:rPr>
                        <a:t>Icons</a:t>
                      </a:r>
                      <a:r>
                        <a:rPr b="1" lang="en" sz="1000">
                          <a:solidFill>
                            <a:schemeClr val="dk1"/>
                          </a:solidFill>
                          <a:latin typeface="Open Sans"/>
                          <a:ea typeface="Open Sans"/>
                          <a:cs typeface="Open Sans"/>
                          <a:sym typeface="Open Sans"/>
                        </a:rPr>
                        <a:t> and </a:t>
                      </a:r>
                      <a:r>
                        <a:rPr b="1" lang="en" sz="1000" u="sng">
                          <a:solidFill>
                            <a:schemeClr val="hlink"/>
                          </a:solidFill>
                          <a:latin typeface="Open Sans"/>
                          <a:ea typeface="Open Sans"/>
                          <a:cs typeface="Open Sans"/>
                          <a:sym typeface="Open Sans"/>
                          <a:hlinkClick action="ppaction://hlinksldjump" r:id="rId10"/>
                        </a:rPr>
                        <a:t>infographic resources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pen Sans"/>
                          <a:ea typeface="Open Sans"/>
                          <a:cs typeface="Open Sans"/>
                          <a:sym typeface="Open Sans"/>
                        </a:rPr>
                        <a:t>These can be used in the template, and their size and color can be edited</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Editable presentation theme </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You can edit the master slides easily. For more info, click </a:t>
                      </a:r>
                      <a:r>
                        <a:rPr b="1" lang="en" sz="1000" u="sng">
                          <a:solidFill>
                            <a:schemeClr val="dk1"/>
                          </a:solidFill>
                          <a:latin typeface="Open Sans"/>
                          <a:ea typeface="Open Sans"/>
                          <a:cs typeface="Open Sans"/>
                          <a:sym typeface="Open Sans"/>
                          <a:hlinkClick r:id="rId11">
                            <a:extLst>
                              <a:ext uri="{A12FA001-AC4F-418D-AE19-62706E023703}">
                                <ahyp:hlinkClr val="tx"/>
                              </a:ext>
                            </a:extLst>
                          </a:hlinkClick>
                        </a:rPr>
                        <a:t>here</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138" name="Google Shape;138;p26"/>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You can delete this slide when you’re done editing the presentation</a:t>
            </a:r>
            <a:endParaRPr sz="1200">
              <a:solidFill>
                <a:schemeClr val="dk1"/>
              </a:solidFill>
              <a:latin typeface="Open Sans"/>
              <a:ea typeface="Open Sans"/>
              <a:cs typeface="Open Sans"/>
              <a:sym typeface="Open Sans"/>
            </a:endParaRPr>
          </a:p>
        </p:txBody>
      </p:sp>
      <p:sp>
        <p:nvSpPr>
          <p:cNvPr id="139" name="Google Shape;139;p26"/>
          <p:cNvSpPr txBox="1"/>
          <p:nvPr/>
        </p:nvSpPr>
        <p:spPr>
          <a:xfrm>
            <a:off x="720000" y="4133675"/>
            <a:ext cx="32244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For more info:</a:t>
            </a:r>
            <a:br>
              <a:rPr b="1" lang="en" sz="1000">
                <a:solidFill>
                  <a:schemeClr val="dk1"/>
                </a:solidFill>
                <a:latin typeface="Open Sans"/>
                <a:ea typeface="Open Sans"/>
                <a:cs typeface="Open Sans"/>
                <a:sym typeface="Open Sans"/>
              </a:rPr>
            </a:br>
            <a:r>
              <a:rPr b="1" lang="en" sz="1000" u="sng">
                <a:solidFill>
                  <a:schemeClr val="dk1"/>
                </a:solidFill>
                <a:latin typeface="Open Sans"/>
                <a:ea typeface="Open Sans"/>
                <a:cs typeface="Open Sans"/>
                <a:sym typeface="Open Sans"/>
                <a:hlinkClick r:id="rId12">
                  <a:extLst>
                    <a:ext uri="{A12FA001-AC4F-418D-AE19-62706E023703}">
                      <ahyp:hlinkClr val="tx"/>
                    </a:ext>
                  </a:extLst>
                </a:hlinkClick>
              </a:rPr>
              <a:t>SLIDESGO</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3">
                  <a:extLst>
                    <a:ext uri="{A12FA001-AC4F-418D-AE19-62706E023703}">
                      <ahyp:hlinkClr val="tx"/>
                    </a:ext>
                  </a:extLst>
                </a:hlinkClick>
              </a:rPr>
              <a:t>SLIDESGO AI TOOLS</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4">
                  <a:extLst>
                    <a:ext uri="{A12FA001-AC4F-418D-AE19-62706E023703}">
                      <ahyp:hlinkClr val="tx"/>
                    </a:ext>
                  </a:extLst>
                </a:hlinkClick>
              </a:rPr>
              <a:t>BLOG</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5">
                  <a:extLst>
                    <a:ext uri="{A12FA001-AC4F-418D-AE19-62706E023703}">
                      <ahyp:hlinkClr val="tx"/>
                    </a:ext>
                  </a:extLst>
                </a:hlinkClick>
              </a:rPr>
              <a:t>FAQs</a:t>
            </a:r>
            <a:endParaRPr b="1" sz="1000" u="sng">
              <a:solidFill>
                <a:schemeClr val="dk1"/>
              </a:solidFill>
              <a:latin typeface="Open Sans"/>
              <a:ea typeface="Open Sans"/>
              <a:cs typeface="Open Sans"/>
              <a:sym typeface="Open Sans"/>
            </a:endParaRPr>
          </a:p>
        </p:txBody>
      </p:sp>
      <p:sp>
        <p:nvSpPr>
          <p:cNvPr id="140" name="Google Shape;140;p26"/>
          <p:cNvSpPr txBox="1"/>
          <p:nvPr/>
        </p:nvSpPr>
        <p:spPr>
          <a:xfrm>
            <a:off x="4432864" y="4133675"/>
            <a:ext cx="3453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You can visit our sister </a:t>
            </a:r>
            <a:r>
              <a:rPr b="1" lang="en" sz="1000">
                <a:solidFill>
                  <a:schemeClr val="dk1"/>
                </a:solidFill>
                <a:latin typeface="Open Sans"/>
                <a:ea typeface="Open Sans"/>
                <a:cs typeface="Open Sans"/>
                <a:sym typeface="Open Sans"/>
              </a:rPr>
              <a:t>projects</a:t>
            </a:r>
            <a:r>
              <a:rPr b="1" lang="en" sz="1000">
                <a:solidFill>
                  <a:schemeClr val="dk1"/>
                </a:solidFill>
                <a:latin typeface="Open Sans"/>
                <a:ea typeface="Open Sans"/>
                <a:cs typeface="Open Sans"/>
                <a:sym typeface="Open Sans"/>
              </a:rPr>
              <a:t>:</a:t>
            </a:r>
            <a:br>
              <a:rPr b="1" lang="en" sz="1000">
                <a:solidFill>
                  <a:schemeClr val="dk1"/>
                </a:solidFill>
                <a:latin typeface="Open Sans"/>
                <a:ea typeface="Open Sans"/>
                <a:cs typeface="Open Sans"/>
                <a:sym typeface="Open Sans"/>
              </a:rPr>
            </a:br>
            <a:r>
              <a:rPr b="1" lang="en" sz="1000" u="sng">
                <a:solidFill>
                  <a:schemeClr val="dk1"/>
                </a:solidFill>
                <a:latin typeface="Open Sans"/>
                <a:ea typeface="Open Sans"/>
                <a:cs typeface="Open Sans"/>
                <a:sym typeface="Open Sans"/>
                <a:hlinkClick r:id="rId16">
                  <a:extLst>
                    <a:ext uri="{A12FA001-AC4F-418D-AE19-62706E023703}">
                      <ahyp:hlinkClr val="tx"/>
                    </a:ext>
                  </a:extLst>
                </a:hlinkClick>
              </a:rPr>
              <a:t>FREEPIK AI TOOLS</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7">
                  <a:extLst>
                    <a:ext uri="{A12FA001-AC4F-418D-AE19-62706E023703}">
                      <ahyp:hlinkClr val="tx"/>
                    </a:ext>
                  </a:extLst>
                </a:hlinkClick>
              </a:rPr>
              <a:t>FREEPIK LIBRARY RESOURCES</a:t>
            </a:r>
            <a:endParaRPr b="1" sz="1000">
              <a:solidFill>
                <a:schemeClr val="dk1"/>
              </a:solidFill>
              <a:latin typeface="Open Sans"/>
              <a:ea typeface="Open Sans"/>
              <a:cs typeface="Open Sans"/>
              <a:sym typeface="Open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 name="Shape 144"/>
        <p:cNvGrpSpPr/>
        <p:nvPr/>
      </p:nvGrpSpPr>
      <p:grpSpPr>
        <a:xfrm>
          <a:off x="0" y="0"/>
          <a:ext cx="0" cy="0"/>
          <a:chOff x="0" y="0"/>
          <a:chExt cx="0" cy="0"/>
        </a:xfrm>
      </p:grpSpPr>
      <p:sp>
        <p:nvSpPr>
          <p:cNvPr id="145" name="Google Shape;14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46" name="Google Shape;146;p27"/>
          <p:cNvSpPr txBox="1"/>
          <p:nvPr>
            <p:ph idx="2" type="title"/>
          </p:nvPr>
        </p:nvSpPr>
        <p:spPr>
          <a:xfrm>
            <a:off x="719975" y="1126250"/>
            <a:ext cx="614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7" name="Google Shape;147;p27"/>
          <p:cNvSpPr txBox="1"/>
          <p:nvPr>
            <p:ph idx="1" type="subTitle"/>
          </p:nvPr>
        </p:nvSpPr>
        <p:spPr>
          <a:xfrm>
            <a:off x="1334025" y="1126250"/>
            <a:ext cx="2142300" cy="7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
        <p:nvSpPr>
          <p:cNvPr id="148" name="Google Shape;148;p27"/>
          <p:cNvSpPr txBox="1"/>
          <p:nvPr>
            <p:ph idx="3" type="title"/>
          </p:nvPr>
        </p:nvSpPr>
        <p:spPr>
          <a:xfrm>
            <a:off x="719975" y="2364500"/>
            <a:ext cx="614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49" name="Google Shape;149;p27"/>
          <p:cNvSpPr txBox="1"/>
          <p:nvPr>
            <p:ph idx="4" type="subTitle"/>
          </p:nvPr>
        </p:nvSpPr>
        <p:spPr>
          <a:xfrm>
            <a:off x="1334025" y="2364500"/>
            <a:ext cx="2142300" cy="7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
        <p:nvSpPr>
          <p:cNvPr id="150" name="Google Shape;150;p27"/>
          <p:cNvSpPr txBox="1"/>
          <p:nvPr>
            <p:ph idx="5" type="title"/>
          </p:nvPr>
        </p:nvSpPr>
        <p:spPr>
          <a:xfrm>
            <a:off x="719975" y="3602750"/>
            <a:ext cx="614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51" name="Google Shape;151;p27"/>
          <p:cNvSpPr txBox="1"/>
          <p:nvPr>
            <p:ph idx="6" type="subTitle"/>
          </p:nvPr>
        </p:nvSpPr>
        <p:spPr>
          <a:xfrm>
            <a:off x="1334025" y="3602750"/>
            <a:ext cx="2142300" cy="7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
        <p:nvSpPr>
          <p:cNvPr id="152" name="Google Shape;152;p27"/>
          <p:cNvSpPr txBox="1"/>
          <p:nvPr>
            <p:ph idx="7" type="title"/>
          </p:nvPr>
        </p:nvSpPr>
        <p:spPr>
          <a:xfrm>
            <a:off x="4250575" y="1126250"/>
            <a:ext cx="614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53" name="Google Shape;153;p27"/>
          <p:cNvSpPr txBox="1"/>
          <p:nvPr>
            <p:ph idx="8" type="subTitle"/>
          </p:nvPr>
        </p:nvSpPr>
        <p:spPr>
          <a:xfrm>
            <a:off x="4864625" y="1126250"/>
            <a:ext cx="2142300" cy="7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
        <p:nvSpPr>
          <p:cNvPr id="154" name="Google Shape;154;p27"/>
          <p:cNvSpPr txBox="1"/>
          <p:nvPr>
            <p:ph idx="9" type="title"/>
          </p:nvPr>
        </p:nvSpPr>
        <p:spPr>
          <a:xfrm>
            <a:off x="4250575" y="2364500"/>
            <a:ext cx="614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55" name="Google Shape;155;p27"/>
          <p:cNvSpPr txBox="1"/>
          <p:nvPr>
            <p:ph idx="13" type="subTitle"/>
          </p:nvPr>
        </p:nvSpPr>
        <p:spPr>
          <a:xfrm>
            <a:off x="4864625" y="2364500"/>
            <a:ext cx="2142300" cy="7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
        <p:nvSpPr>
          <p:cNvPr id="156" name="Google Shape;156;p27"/>
          <p:cNvSpPr txBox="1"/>
          <p:nvPr>
            <p:ph idx="14" type="title"/>
          </p:nvPr>
        </p:nvSpPr>
        <p:spPr>
          <a:xfrm>
            <a:off x="4250575" y="3602750"/>
            <a:ext cx="614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157" name="Google Shape;157;p27"/>
          <p:cNvSpPr txBox="1"/>
          <p:nvPr>
            <p:ph idx="15" type="subTitle"/>
          </p:nvPr>
        </p:nvSpPr>
        <p:spPr>
          <a:xfrm>
            <a:off x="4864625" y="3602750"/>
            <a:ext cx="2142300" cy="7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 name="Shape 161"/>
        <p:cNvGrpSpPr/>
        <p:nvPr/>
      </p:nvGrpSpPr>
      <p:grpSpPr>
        <a:xfrm>
          <a:off x="0" y="0"/>
          <a:ext cx="0" cy="0"/>
          <a:chOff x="0" y="0"/>
          <a:chExt cx="0" cy="0"/>
        </a:xfrm>
      </p:grpSpPr>
      <p:sp>
        <p:nvSpPr>
          <p:cNvPr id="162" name="Google Shape;162;p28"/>
          <p:cNvSpPr txBox="1"/>
          <p:nvPr>
            <p:ph type="title"/>
          </p:nvPr>
        </p:nvSpPr>
        <p:spPr>
          <a:xfrm>
            <a:off x="713225" y="445025"/>
            <a:ext cx="6550800" cy="17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THIS IS A LONG TITLE TO </a:t>
            </a:r>
            <a:endParaRPr/>
          </a:p>
          <a:p>
            <a:pPr indent="0" lvl="0" marL="0" rtl="0" algn="l">
              <a:spcBef>
                <a:spcPts val="0"/>
              </a:spcBef>
              <a:spcAft>
                <a:spcPts val="0"/>
              </a:spcAft>
              <a:buClr>
                <a:schemeClr val="dk1"/>
              </a:buClr>
              <a:buSzPts val="1100"/>
              <a:buFont typeface="Arial"/>
              <a:buNone/>
            </a:pPr>
            <a:r>
              <a:rPr lang="en"/>
              <a:t>CAPTIVATE THE AUDIENCE </a:t>
            </a:r>
            <a:endParaRPr/>
          </a:p>
          <a:p>
            <a:pPr indent="0" lvl="0" marL="0" rtl="0" algn="l">
              <a:spcBef>
                <a:spcPts val="0"/>
              </a:spcBef>
              <a:spcAft>
                <a:spcPts val="0"/>
              </a:spcAft>
              <a:buClr>
                <a:schemeClr val="dk1"/>
              </a:buClr>
              <a:buSzPts val="1100"/>
              <a:buFont typeface="Arial"/>
              <a:buNone/>
            </a:pPr>
            <a:r>
              <a:rPr lang="en"/>
              <a:t>ATTENTION DURING </a:t>
            </a:r>
            <a:endParaRPr/>
          </a:p>
          <a:p>
            <a:pPr indent="0" lvl="0" marL="0" rtl="0" algn="l">
              <a:spcBef>
                <a:spcPts val="0"/>
              </a:spcBef>
              <a:spcAft>
                <a:spcPts val="0"/>
              </a:spcAft>
              <a:buClr>
                <a:schemeClr val="dk1"/>
              </a:buClr>
              <a:buSzPts val="1100"/>
              <a:buFont typeface="Arial"/>
              <a:buNone/>
            </a:pPr>
            <a:r>
              <a:rPr lang="en"/>
              <a:t>PRESENTATION</a:t>
            </a:r>
            <a:endParaRPr sz="4000"/>
          </a:p>
        </p:txBody>
      </p:sp>
      <p:sp>
        <p:nvSpPr>
          <p:cNvPr id="163" name="Google Shape;163;p28"/>
          <p:cNvSpPr txBox="1"/>
          <p:nvPr>
            <p:ph idx="1" type="subTitle"/>
          </p:nvPr>
        </p:nvSpPr>
        <p:spPr>
          <a:xfrm>
            <a:off x="4151325" y="2600400"/>
            <a:ext cx="4764300" cy="23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 name="Shape 167"/>
        <p:cNvGrpSpPr/>
        <p:nvPr/>
      </p:nvGrpSpPr>
      <p:grpSpPr>
        <a:xfrm>
          <a:off x="0" y="0"/>
          <a:ext cx="0" cy="0"/>
          <a:chOff x="0" y="0"/>
          <a:chExt cx="0" cy="0"/>
        </a:xfrm>
      </p:grpSpPr>
      <p:sp>
        <p:nvSpPr>
          <p:cNvPr id="168" name="Google Shape;168;p29"/>
          <p:cNvSpPr txBox="1"/>
          <p:nvPr>
            <p:ph type="title"/>
          </p:nvPr>
        </p:nvSpPr>
        <p:spPr>
          <a:xfrm>
            <a:off x="4297375" y="2005825"/>
            <a:ext cx="4230600" cy="290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THE TITLE OF THIS SECTION</a:t>
            </a:r>
            <a:endParaRPr/>
          </a:p>
        </p:txBody>
      </p:sp>
      <p:sp>
        <p:nvSpPr>
          <p:cNvPr id="169" name="Google Shape;169;p29"/>
          <p:cNvSpPr txBox="1"/>
          <p:nvPr>
            <p:ph idx="2" type="title"/>
          </p:nvPr>
        </p:nvSpPr>
        <p:spPr>
          <a:xfrm>
            <a:off x="4297375" y="641350"/>
            <a:ext cx="16521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pic>
        <p:nvPicPr>
          <p:cNvPr id="170" name="Google Shape;170;p29" title="3d-tree-with-leaves-branches-displayed-podium.jpg"/>
          <p:cNvPicPr preferRelativeResize="0"/>
          <p:nvPr>
            <p:ph idx="3" type="pic"/>
          </p:nvPr>
        </p:nvPicPr>
        <p:blipFill rotWithShape="1">
          <a:blip r:embed="rId3">
            <a:alphaModFix/>
          </a:blip>
          <a:srcRect b="0" l="1352" r="1361" t="0"/>
          <a:stretch/>
        </p:blipFill>
        <p:spPr>
          <a:xfrm>
            <a:off x="628725" y="387775"/>
            <a:ext cx="3083700" cy="4755600"/>
          </a:xfrm>
          <a:prstGeom prst="round2SameRect">
            <a:avLst>
              <a:gd fmla="val 16667" name="adj1"/>
              <a:gd fmla="val 0" name="adj2"/>
            </a:avLst>
          </a:prstGeom>
        </p:spPr>
      </p:pic>
      <p:cxnSp>
        <p:nvCxnSpPr>
          <p:cNvPr id="171" name="Google Shape;171;p29"/>
          <p:cNvCxnSpPr/>
          <p:nvPr/>
        </p:nvCxnSpPr>
        <p:spPr>
          <a:xfrm>
            <a:off x="3712425"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 name="Shape 175"/>
        <p:cNvGrpSpPr/>
        <p:nvPr/>
      </p:nvGrpSpPr>
      <p:grpSpPr>
        <a:xfrm>
          <a:off x="0" y="0"/>
          <a:ext cx="0" cy="0"/>
          <a:chOff x="0" y="0"/>
          <a:chExt cx="0" cy="0"/>
        </a:xfrm>
      </p:grpSpPr>
      <p:sp>
        <p:nvSpPr>
          <p:cNvPr id="176" name="Google Shape;176;p30"/>
          <p:cNvSpPr txBox="1"/>
          <p:nvPr>
            <p:ph type="title"/>
          </p:nvPr>
        </p:nvSpPr>
        <p:spPr>
          <a:xfrm>
            <a:off x="722175" y="445025"/>
            <a:ext cx="4571700" cy="12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a:t>
            </a:r>
            <a:endParaRPr/>
          </a:p>
          <a:p>
            <a:pPr indent="0" lvl="0" marL="0" rtl="0" algn="l">
              <a:spcBef>
                <a:spcPts val="0"/>
              </a:spcBef>
              <a:spcAft>
                <a:spcPts val="0"/>
              </a:spcAft>
              <a:buNone/>
            </a:pPr>
            <a:r>
              <a:rPr lang="en"/>
              <a:t>GOES HERE!</a:t>
            </a:r>
            <a:endParaRPr/>
          </a:p>
        </p:txBody>
      </p:sp>
      <p:sp>
        <p:nvSpPr>
          <p:cNvPr id="177" name="Google Shape;177;p30"/>
          <p:cNvSpPr txBox="1"/>
          <p:nvPr>
            <p:ph idx="1" type="subTitle"/>
          </p:nvPr>
        </p:nvSpPr>
        <p:spPr>
          <a:xfrm>
            <a:off x="713225" y="1790975"/>
            <a:ext cx="4571700" cy="277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pic>
        <p:nvPicPr>
          <p:cNvPr id="178" name="Google Shape;178;p30" title="minimalist-office-interior-design (1).jpg"/>
          <p:cNvPicPr preferRelativeResize="0"/>
          <p:nvPr>
            <p:ph idx="2" type="pic"/>
          </p:nvPr>
        </p:nvPicPr>
        <p:blipFill rotWithShape="1">
          <a:blip r:embed="rId3">
            <a:alphaModFix/>
          </a:blip>
          <a:srcRect b="0" l="1352" r="1361" t="0"/>
          <a:stretch/>
        </p:blipFill>
        <p:spPr>
          <a:xfrm>
            <a:off x="5520700" y="387775"/>
            <a:ext cx="3083700" cy="4755600"/>
          </a:xfrm>
          <a:prstGeom prst="roundRect">
            <a:avLst>
              <a:gd fmla="val 50000" name="adj"/>
            </a:avLst>
          </a:prstGeom>
        </p:spPr>
      </p:pic>
      <p:grpSp>
        <p:nvGrpSpPr>
          <p:cNvPr id="179" name="Google Shape;179;p30"/>
          <p:cNvGrpSpPr/>
          <p:nvPr/>
        </p:nvGrpSpPr>
        <p:grpSpPr>
          <a:xfrm>
            <a:off x="5520700" y="425"/>
            <a:ext cx="3083700" cy="5245200"/>
            <a:chOff x="5520700" y="425"/>
            <a:chExt cx="3083700" cy="5245200"/>
          </a:xfrm>
        </p:grpSpPr>
        <p:cxnSp>
          <p:nvCxnSpPr>
            <p:cNvPr id="180" name="Google Shape;180;p30"/>
            <p:cNvCxnSpPr/>
            <p:nvPr/>
          </p:nvCxnSpPr>
          <p:spPr>
            <a:xfrm>
              <a:off x="5520700" y="425"/>
              <a:ext cx="0" cy="5245200"/>
            </a:xfrm>
            <a:prstGeom prst="straightConnector1">
              <a:avLst/>
            </a:prstGeom>
            <a:noFill/>
            <a:ln cap="flat" cmpd="sng" w="9525">
              <a:solidFill>
                <a:schemeClr val="dk2"/>
              </a:solidFill>
              <a:prstDash val="solid"/>
              <a:round/>
              <a:headEnd len="med" w="med" type="none"/>
              <a:tailEnd len="med" w="med" type="none"/>
            </a:ln>
          </p:spPr>
        </p:cxnSp>
        <p:cxnSp>
          <p:nvCxnSpPr>
            <p:cNvPr id="181" name="Google Shape;181;p30"/>
            <p:cNvCxnSpPr/>
            <p:nvPr/>
          </p:nvCxnSpPr>
          <p:spPr>
            <a:xfrm>
              <a:off x="8604400" y="425"/>
              <a:ext cx="0" cy="524520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 name="Shape 185"/>
        <p:cNvGrpSpPr/>
        <p:nvPr/>
      </p:nvGrpSpPr>
      <p:grpSpPr>
        <a:xfrm>
          <a:off x="0" y="0"/>
          <a:ext cx="0" cy="0"/>
          <a:chOff x="0" y="0"/>
          <a:chExt cx="0" cy="0"/>
        </a:xfrm>
      </p:grpSpPr>
      <p:sp>
        <p:nvSpPr>
          <p:cNvPr id="186" name="Google Shape;186;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DIVIDE THE CONTENT</a:t>
            </a:r>
            <a:endParaRPr/>
          </a:p>
        </p:txBody>
      </p:sp>
      <p:sp>
        <p:nvSpPr>
          <p:cNvPr id="187" name="Google Shape;187;p31"/>
          <p:cNvSpPr txBox="1"/>
          <p:nvPr>
            <p:ph idx="1" type="subTitle"/>
          </p:nvPr>
        </p:nvSpPr>
        <p:spPr>
          <a:xfrm>
            <a:off x="4298338" y="2367525"/>
            <a:ext cx="3024300" cy="180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188" name="Google Shape;188;p31"/>
          <p:cNvSpPr txBox="1"/>
          <p:nvPr>
            <p:ph idx="2" type="subTitle"/>
          </p:nvPr>
        </p:nvSpPr>
        <p:spPr>
          <a:xfrm>
            <a:off x="720008" y="2367525"/>
            <a:ext cx="3024300" cy="180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This planet’s name has nothing to do with the liquid metal, since Mercury was named after the Roman messenger god</a:t>
            </a:r>
            <a:endParaRPr/>
          </a:p>
        </p:txBody>
      </p:sp>
      <p:sp>
        <p:nvSpPr>
          <p:cNvPr id="189" name="Google Shape;189;p31"/>
          <p:cNvSpPr txBox="1"/>
          <p:nvPr>
            <p:ph idx="3" type="subTitle"/>
          </p:nvPr>
        </p:nvSpPr>
        <p:spPr>
          <a:xfrm>
            <a:off x="720000" y="1615325"/>
            <a:ext cx="2138700" cy="75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LEARN ABOUT MERCURY</a:t>
            </a:r>
            <a:endParaRPr/>
          </a:p>
        </p:txBody>
      </p:sp>
      <p:sp>
        <p:nvSpPr>
          <p:cNvPr id="190" name="Google Shape;190;p31"/>
          <p:cNvSpPr txBox="1"/>
          <p:nvPr>
            <p:ph idx="4" type="subTitle"/>
          </p:nvPr>
        </p:nvSpPr>
        <p:spPr>
          <a:xfrm>
            <a:off x="4298373" y="1615325"/>
            <a:ext cx="2138700" cy="75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TAKE A LOOK AT VENUS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 name="Shape 194"/>
        <p:cNvGrpSpPr/>
        <p:nvPr/>
      </p:nvGrpSpPr>
      <p:grpSpPr>
        <a:xfrm>
          <a:off x="0" y="0"/>
          <a:ext cx="0" cy="0"/>
          <a:chOff x="0" y="0"/>
          <a:chExt cx="0" cy="0"/>
        </a:xfrm>
      </p:grpSpPr>
      <p:sp>
        <p:nvSpPr>
          <p:cNvPr id="195" name="Google Shape;195;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THREE IMPORTANT IDEAS</a:t>
            </a:r>
            <a:endParaRPr/>
          </a:p>
        </p:txBody>
      </p:sp>
      <p:sp>
        <p:nvSpPr>
          <p:cNvPr id="196" name="Google Shape;196;p32"/>
          <p:cNvSpPr txBox="1"/>
          <p:nvPr>
            <p:ph idx="1" type="subTitle"/>
          </p:nvPr>
        </p:nvSpPr>
        <p:spPr>
          <a:xfrm>
            <a:off x="720000" y="2360157"/>
            <a:ext cx="23055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was named after the famous Roman god of the skies</a:t>
            </a:r>
            <a:endParaRPr/>
          </a:p>
        </p:txBody>
      </p:sp>
      <p:sp>
        <p:nvSpPr>
          <p:cNvPr id="197" name="Google Shape;197;p32"/>
          <p:cNvSpPr txBox="1"/>
          <p:nvPr>
            <p:ph idx="2" type="subTitle"/>
          </p:nvPr>
        </p:nvSpPr>
        <p:spPr>
          <a:xfrm>
            <a:off x="3419218" y="2360157"/>
            <a:ext cx="23055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198" name="Google Shape;198;p32"/>
          <p:cNvSpPr txBox="1"/>
          <p:nvPr>
            <p:ph idx="3" type="subTitle"/>
          </p:nvPr>
        </p:nvSpPr>
        <p:spPr>
          <a:xfrm>
            <a:off x="6118444" y="2360157"/>
            <a:ext cx="23055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This planet is composed mostly of hydrogen and helium. It’s the sixth planet from the Sun and was named after a Roman god too</a:t>
            </a:r>
            <a:endParaRPr/>
          </a:p>
        </p:txBody>
      </p:sp>
      <p:sp>
        <p:nvSpPr>
          <p:cNvPr id="199" name="Google Shape;199;p32"/>
          <p:cNvSpPr txBox="1"/>
          <p:nvPr>
            <p:ph idx="4" type="subTitle"/>
          </p:nvPr>
        </p:nvSpPr>
        <p:spPr>
          <a:xfrm>
            <a:off x="720000" y="1403100"/>
            <a:ext cx="2305500" cy="9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HERE’S WHAT MAKES JUPITER STAND OUT</a:t>
            </a:r>
            <a:endParaRPr/>
          </a:p>
        </p:txBody>
      </p:sp>
      <p:sp>
        <p:nvSpPr>
          <p:cNvPr id="200" name="Google Shape;200;p32"/>
          <p:cNvSpPr txBox="1"/>
          <p:nvPr>
            <p:ph idx="5" type="subTitle"/>
          </p:nvPr>
        </p:nvSpPr>
        <p:spPr>
          <a:xfrm>
            <a:off x="3419225" y="1403100"/>
            <a:ext cx="2305500" cy="9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EXPLORE THE PLANET VENUS</a:t>
            </a:r>
            <a:endParaRPr/>
          </a:p>
        </p:txBody>
      </p:sp>
      <p:sp>
        <p:nvSpPr>
          <p:cNvPr id="201" name="Google Shape;201;p32"/>
          <p:cNvSpPr txBox="1"/>
          <p:nvPr>
            <p:ph idx="6" type="subTitle"/>
          </p:nvPr>
        </p:nvSpPr>
        <p:spPr>
          <a:xfrm>
            <a:off x="6118449" y="1403100"/>
            <a:ext cx="2305500" cy="9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YOU SHOULD KNOW ABOUT SATURN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 name="Shape 205"/>
        <p:cNvGrpSpPr/>
        <p:nvPr/>
      </p:nvGrpSpPr>
      <p:grpSpPr>
        <a:xfrm>
          <a:off x="0" y="0"/>
          <a:ext cx="0" cy="0"/>
          <a:chOff x="0" y="0"/>
          <a:chExt cx="0" cy="0"/>
        </a:xfrm>
      </p:grpSpPr>
      <p:sp>
        <p:nvSpPr>
          <p:cNvPr id="206" name="Google Shape;206;p33"/>
          <p:cNvSpPr txBox="1"/>
          <p:nvPr>
            <p:ph idx="1" type="subTitle"/>
          </p:nvPr>
        </p:nvSpPr>
        <p:spPr>
          <a:xfrm>
            <a:off x="720007" y="1825100"/>
            <a:ext cx="28725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207" name="Google Shape;207;p33"/>
          <p:cNvSpPr txBox="1"/>
          <p:nvPr>
            <p:ph idx="2" type="subTitle"/>
          </p:nvPr>
        </p:nvSpPr>
        <p:spPr>
          <a:xfrm>
            <a:off x="4151493" y="1825100"/>
            <a:ext cx="28725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sp>
        <p:nvSpPr>
          <p:cNvPr id="208" name="Google Shape;208;p33"/>
          <p:cNvSpPr txBox="1"/>
          <p:nvPr>
            <p:ph idx="3" type="subTitle"/>
          </p:nvPr>
        </p:nvSpPr>
        <p:spPr>
          <a:xfrm>
            <a:off x="720007" y="3591950"/>
            <a:ext cx="28725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was named after a god</a:t>
            </a:r>
            <a:endParaRPr/>
          </a:p>
        </p:txBody>
      </p:sp>
      <p:sp>
        <p:nvSpPr>
          <p:cNvPr id="209" name="Google Shape;209;p33"/>
          <p:cNvSpPr txBox="1"/>
          <p:nvPr>
            <p:ph idx="4" type="subTitle"/>
          </p:nvPr>
        </p:nvSpPr>
        <p:spPr>
          <a:xfrm>
            <a:off x="4151493" y="3591950"/>
            <a:ext cx="28725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It’s the sixth planet from the Sun</a:t>
            </a:r>
            <a:endParaRPr/>
          </a:p>
        </p:txBody>
      </p:sp>
      <p:sp>
        <p:nvSpPr>
          <p:cNvPr id="210" name="Google Shape;210;p33"/>
          <p:cNvSpPr txBox="1"/>
          <p:nvPr>
            <p:ph idx="5" type="subTitle"/>
          </p:nvPr>
        </p:nvSpPr>
        <p:spPr>
          <a:xfrm>
            <a:off x="720008" y="1204400"/>
            <a:ext cx="2872500" cy="62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SOME INTERESTING FACTS ABOUT MARS</a:t>
            </a:r>
            <a:endParaRPr/>
          </a:p>
        </p:txBody>
      </p:sp>
      <p:sp>
        <p:nvSpPr>
          <p:cNvPr id="211" name="Google Shape;211;p33"/>
          <p:cNvSpPr txBox="1"/>
          <p:nvPr>
            <p:ph idx="6" type="subTitle"/>
          </p:nvPr>
        </p:nvSpPr>
        <p:spPr>
          <a:xfrm>
            <a:off x="720008" y="2971375"/>
            <a:ext cx="2872500" cy="62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HERE’S WHAT MAKES JUPITER STAND OUT</a:t>
            </a:r>
            <a:endParaRPr/>
          </a:p>
        </p:txBody>
      </p:sp>
      <p:sp>
        <p:nvSpPr>
          <p:cNvPr id="212" name="Google Shape;212;p33"/>
          <p:cNvSpPr txBox="1"/>
          <p:nvPr>
            <p:ph idx="7" type="subTitle"/>
          </p:nvPr>
        </p:nvSpPr>
        <p:spPr>
          <a:xfrm>
            <a:off x="4151466" y="1204400"/>
            <a:ext cx="2872500" cy="62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HERE’S EXACTLY WHY VENUS IS SO UNIQUE</a:t>
            </a:r>
            <a:endParaRPr/>
          </a:p>
        </p:txBody>
      </p:sp>
      <p:sp>
        <p:nvSpPr>
          <p:cNvPr id="213" name="Google Shape;213;p33"/>
          <p:cNvSpPr txBox="1"/>
          <p:nvPr>
            <p:ph idx="8" type="subTitle"/>
          </p:nvPr>
        </p:nvSpPr>
        <p:spPr>
          <a:xfrm>
            <a:off x="4151466" y="2971375"/>
            <a:ext cx="2872500" cy="62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 AND ITS FAMOUS ICONIC RINGS</a:t>
            </a:r>
            <a:endParaRPr/>
          </a:p>
        </p:txBody>
      </p:sp>
      <p:sp>
        <p:nvSpPr>
          <p:cNvPr id="214" name="Google Shape;214;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DIVIDE THE CONTENT INTO FOUR IDEAS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 name="Shape 218"/>
        <p:cNvGrpSpPr/>
        <p:nvPr/>
      </p:nvGrpSpPr>
      <p:grpSpPr>
        <a:xfrm>
          <a:off x="0" y="0"/>
          <a:ext cx="0" cy="0"/>
          <a:chOff x="0" y="0"/>
          <a:chExt cx="0" cy="0"/>
        </a:xfrm>
      </p:grpSpPr>
      <p:sp>
        <p:nvSpPr>
          <p:cNvPr id="219" name="Google Shape;219;p34"/>
          <p:cNvSpPr txBox="1"/>
          <p:nvPr>
            <p:ph type="title"/>
          </p:nvPr>
        </p:nvSpPr>
        <p:spPr>
          <a:xfrm>
            <a:off x="4012575" y="1592600"/>
            <a:ext cx="4292700" cy="10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220" name="Google Shape;220;p34"/>
          <p:cNvSpPr txBox="1"/>
          <p:nvPr>
            <p:ph idx="1" type="subTitle"/>
          </p:nvPr>
        </p:nvSpPr>
        <p:spPr>
          <a:xfrm>
            <a:off x="3852975" y="2702150"/>
            <a:ext cx="4611900" cy="46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cxnSp>
        <p:nvCxnSpPr>
          <p:cNvPr id="221" name="Google Shape;221;p34"/>
          <p:cNvCxnSpPr/>
          <p:nvPr/>
        </p:nvCxnSpPr>
        <p:spPr>
          <a:xfrm>
            <a:off x="3449800" y="425"/>
            <a:ext cx="0" cy="5245200"/>
          </a:xfrm>
          <a:prstGeom prst="straightConnector1">
            <a:avLst/>
          </a:prstGeom>
          <a:noFill/>
          <a:ln cap="flat" cmpd="sng" w="9525">
            <a:solidFill>
              <a:schemeClr val="dk2"/>
            </a:solidFill>
            <a:prstDash val="solid"/>
            <a:round/>
            <a:headEnd len="med" w="med" type="none"/>
            <a:tailEnd len="med" w="med" type="none"/>
          </a:ln>
        </p:spPr>
      </p:cxnSp>
      <p:pic>
        <p:nvPicPr>
          <p:cNvPr id="222" name="Google Shape;222;p34" title="minimalist-office-interior-design.jpg"/>
          <p:cNvPicPr preferRelativeResize="0"/>
          <p:nvPr>
            <p:ph idx="2" type="pic"/>
          </p:nvPr>
        </p:nvPicPr>
        <p:blipFill rotWithShape="1">
          <a:blip r:embed="rId3">
            <a:alphaModFix/>
          </a:blip>
          <a:srcRect b="0" l="1352" r="1361" t="0"/>
          <a:stretch/>
        </p:blipFill>
        <p:spPr>
          <a:xfrm rot="10799666">
            <a:off x="366090" y="576"/>
            <a:ext cx="3083700" cy="4755600"/>
          </a:xfrm>
          <a:prstGeom prst="round2SameRect">
            <a:avLst>
              <a:gd fmla="val 50000" name="adj1"/>
              <a:gd fmla="val 0" name="adj2"/>
            </a:avLst>
          </a:prstGeom>
          <a:noFill/>
          <a:ln>
            <a:noFill/>
          </a:ln>
        </p:spPr>
      </p:pic>
      <p:cxnSp>
        <p:nvCxnSpPr>
          <p:cNvPr id="223" name="Google Shape;223;p34"/>
          <p:cNvCxnSpPr/>
          <p:nvPr/>
        </p:nvCxnSpPr>
        <p:spPr>
          <a:xfrm>
            <a:off x="363700" y="425"/>
            <a:ext cx="0" cy="52452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 name="Shape 227"/>
        <p:cNvGrpSpPr/>
        <p:nvPr/>
      </p:nvGrpSpPr>
      <p:grpSpPr>
        <a:xfrm>
          <a:off x="0" y="0"/>
          <a:ext cx="0" cy="0"/>
          <a:chOff x="0" y="0"/>
          <a:chExt cx="0" cy="0"/>
        </a:xfrm>
      </p:grpSpPr>
      <p:sp>
        <p:nvSpPr>
          <p:cNvPr id="228" name="Google Shape;228;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229" name="Google Shape;229;p35"/>
          <p:cNvSpPr txBox="1"/>
          <p:nvPr/>
        </p:nvSpPr>
        <p:spPr>
          <a:xfrm>
            <a:off x="720000" y="3629175"/>
            <a:ext cx="2173200" cy="88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00000"/>
                </a:solidFill>
                <a:latin typeface="Open Sans"/>
                <a:ea typeface="Open Sans"/>
                <a:cs typeface="Open Sans"/>
                <a:sym typeface="Open Sans"/>
              </a:rPr>
              <a:t>Mercury is the closest planet to the Sun and the smallest one of them all</a:t>
            </a:r>
            <a:endParaRPr sz="1200">
              <a:solidFill>
                <a:srgbClr val="000000"/>
              </a:solidFill>
              <a:latin typeface="Open Sans"/>
              <a:ea typeface="Open Sans"/>
              <a:cs typeface="Open Sans"/>
              <a:sym typeface="Open Sans"/>
            </a:endParaRPr>
          </a:p>
        </p:txBody>
      </p:sp>
      <p:sp>
        <p:nvSpPr>
          <p:cNvPr id="230" name="Google Shape;230;p35"/>
          <p:cNvSpPr txBox="1"/>
          <p:nvPr/>
        </p:nvSpPr>
        <p:spPr>
          <a:xfrm>
            <a:off x="720000" y="3132150"/>
            <a:ext cx="2173200" cy="50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Anybody"/>
                <a:ea typeface="Anybody"/>
                <a:cs typeface="Anybody"/>
                <a:sym typeface="Anybody"/>
              </a:rPr>
              <a:t>THIS IS MERCURY</a:t>
            </a:r>
            <a:endParaRPr sz="1800">
              <a:solidFill>
                <a:srgbClr val="000000"/>
              </a:solidFill>
              <a:latin typeface="Anybody"/>
              <a:ea typeface="Anybody"/>
              <a:cs typeface="Anybody"/>
              <a:sym typeface="Anybody"/>
            </a:endParaRPr>
          </a:p>
        </p:txBody>
      </p:sp>
      <p:sp>
        <p:nvSpPr>
          <p:cNvPr id="231" name="Google Shape;231;p35"/>
          <p:cNvSpPr txBox="1"/>
          <p:nvPr/>
        </p:nvSpPr>
        <p:spPr>
          <a:xfrm>
            <a:off x="3343100" y="3629175"/>
            <a:ext cx="2173200" cy="88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00000"/>
                </a:solidFill>
                <a:latin typeface="Open Sans"/>
                <a:ea typeface="Open Sans"/>
                <a:cs typeface="Open Sans"/>
                <a:sym typeface="Open Sans"/>
              </a:rPr>
              <a:t>Venus has a beautiful name and is the second planet from the Sun</a:t>
            </a:r>
            <a:endParaRPr sz="1200">
              <a:solidFill>
                <a:srgbClr val="000000"/>
              </a:solidFill>
              <a:latin typeface="Open Sans"/>
              <a:ea typeface="Open Sans"/>
              <a:cs typeface="Open Sans"/>
              <a:sym typeface="Open Sans"/>
            </a:endParaRPr>
          </a:p>
        </p:txBody>
      </p:sp>
      <p:sp>
        <p:nvSpPr>
          <p:cNvPr id="232" name="Google Shape;232;p35"/>
          <p:cNvSpPr txBox="1"/>
          <p:nvPr/>
        </p:nvSpPr>
        <p:spPr>
          <a:xfrm>
            <a:off x="3343100" y="3132150"/>
            <a:ext cx="2173200" cy="50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nybody"/>
                <a:ea typeface="Anybody"/>
                <a:cs typeface="Anybody"/>
                <a:sym typeface="Anybody"/>
              </a:rPr>
              <a:t>THIS IS </a:t>
            </a:r>
            <a:r>
              <a:rPr lang="en" sz="1800">
                <a:latin typeface="Anybody"/>
                <a:ea typeface="Anybody"/>
                <a:cs typeface="Anybody"/>
                <a:sym typeface="Anybody"/>
              </a:rPr>
              <a:t>VENUS</a:t>
            </a:r>
            <a:endParaRPr sz="1800">
              <a:latin typeface="Anybody"/>
              <a:ea typeface="Anybody"/>
              <a:cs typeface="Anybody"/>
              <a:sym typeface="Anybody"/>
            </a:endParaRPr>
          </a:p>
        </p:txBody>
      </p:sp>
      <p:sp>
        <p:nvSpPr>
          <p:cNvPr id="233" name="Google Shape;233;p35"/>
          <p:cNvSpPr txBox="1"/>
          <p:nvPr/>
        </p:nvSpPr>
        <p:spPr>
          <a:xfrm>
            <a:off x="5966200" y="3629175"/>
            <a:ext cx="2173200" cy="88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00000"/>
                </a:solidFill>
                <a:latin typeface="Open Sans"/>
                <a:ea typeface="Open Sans"/>
                <a:cs typeface="Open Sans"/>
                <a:sym typeface="Open Sans"/>
              </a:rPr>
              <a:t>Despite being red, Mars is actually a cold place. It’s full of iron oxide dust</a:t>
            </a:r>
            <a:endParaRPr sz="1200">
              <a:solidFill>
                <a:srgbClr val="000000"/>
              </a:solidFill>
              <a:latin typeface="Open Sans"/>
              <a:ea typeface="Open Sans"/>
              <a:cs typeface="Open Sans"/>
              <a:sym typeface="Open Sans"/>
            </a:endParaRPr>
          </a:p>
        </p:txBody>
      </p:sp>
      <p:sp>
        <p:nvSpPr>
          <p:cNvPr id="234" name="Google Shape;234;p35"/>
          <p:cNvSpPr txBox="1"/>
          <p:nvPr/>
        </p:nvSpPr>
        <p:spPr>
          <a:xfrm>
            <a:off x="5966200" y="3132150"/>
            <a:ext cx="2173200" cy="50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nybody"/>
                <a:ea typeface="Anybody"/>
                <a:cs typeface="Anybody"/>
                <a:sym typeface="Anybody"/>
              </a:rPr>
              <a:t>THIS IS </a:t>
            </a:r>
            <a:r>
              <a:rPr lang="en" sz="1800">
                <a:latin typeface="Anybody"/>
                <a:ea typeface="Anybody"/>
                <a:cs typeface="Anybody"/>
                <a:sym typeface="Anybody"/>
              </a:rPr>
              <a:t>MARS</a:t>
            </a:r>
            <a:endParaRPr sz="1800">
              <a:latin typeface="Anybody"/>
              <a:ea typeface="Anybody"/>
              <a:cs typeface="Anybody"/>
              <a:sym typeface="Anybody"/>
            </a:endParaRPr>
          </a:p>
        </p:txBody>
      </p:sp>
      <p:sp>
        <p:nvSpPr>
          <p:cNvPr id="235" name="Google Shape;235;p35"/>
          <p:cNvSpPr txBox="1"/>
          <p:nvPr/>
        </p:nvSpPr>
        <p:spPr>
          <a:xfrm>
            <a:off x="3342975" y="2778288"/>
            <a:ext cx="987600" cy="406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Anybody"/>
                <a:ea typeface="Anybody"/>
                <a:cs typeface="Anybody"/>
                <a:sym typeface="Anybody"/>
              </a:rPr>
              <a:t>50%</a:t>
            </a:r>
            <a:endParaRPr sz="2400">
              <a:solidFill>
                <a:schemeClr val="accent1"/>
              </a:solidFill>
              <a:latin typeface="Anybody"/>
              <a:ea typeface="Anybody"/>
              <a:cs typeface="Anybody"/>
              <a:sym typeface="Anybody"/>
            </a:endParaRPr>
          </a:p>
        </p:txBody>
      </p:sp>
      <p:sp>
        <p:nvSpPr>
          <p:cNvPr id="236" name="Google Shape;236;p35"/>
          <p:cNvSpPr txBox="1"/>
          <p:nvPr/>
        </p:nvSpPr>
        <p:spPr>
          <a:xfrm>
            <a:off x="5963750" y="2778288"/>
            <a:ext cx="987600" cy="406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Anybody"/>
                <a:ea typeface="Anybody"/>
                <a:cs typeface="Anybody"/>
                <a:sym typeface="Anybody"/>
              </a:rPr>
              <a:t>75%</a:t>
            </a:r>
            <a:endParaRPr sz="2400">
              <a:solidFill>
                <a:schemeClr val="accent1"/>
              </a:solidFill>
              <a:latin typeface="Anybody"/>
              <a:ea typeface="Anybody"/>
              <a:cs typeface="Anybody"/>
              <a:sym typeface="Anybody"/>
            </a:endParaRPr>
          </a:p>
        </p:txBody>
      </p:sp>
      <p:sp>
        <p:nvSpPr>
          <p:cNvPr id="237" name="Google Shape;237;p35"/>
          <p:cNvSpPr txBox="1"/>
          <p:nvPr/>
        </p:nvSpPr>
        <p:spPr>
          <a:xfrm>
            <a:off x="720000" y="2778288"/>
            <a:ext cx="987600" cy="406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Anybody"/>
                <a:ea typeface="Anybody"/>
                <a:cs typeface="Anybody"/>
                <a:sym typeface="Anybody"/>
              </a:rPr>
              <a:t>25%</a:t>
            </a:r>
            <a:endParaRPr sz="2400">
              <a:solidFill>
                <a:schemeClr val="accent1"/>
              </a:solidFill>
              <a:latin typeface="Anybody"/>
              <a:ea typeface="Anybody"/>
              <a:cs typeface="Anybody"/>
              <a:sym typeface="Anybody"/>
            </a:endParaRPr>
          </a:p>
        </p:txBody>
      </p:sp>
      <p:sp>
        <p:nvSpPr>
          <p:cNvPr id="238" name="Google Shape;238;p35"/>
          <p:cNvSpPr/>
          <p:nvPr/>
        </p:nvSpPr>
        <p:spPr>
          <a:xfrm>
            <a:off x="812850" y="2299775"/>
            <a:ext cx="1765800" cy="247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9" name="Google Shape;239;p35"/>
          <p:cNvSpPr/>
          <p:nvPr/>
        </p:nvSpPr>
        <p:spPr>
          <a:xfrm>
            <a:off x="812850" y="2299775"/>
            <a:ext cx="512400" cy="247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0" name="Google Shape;240;p35"/>
          <p:cNvSpPr/>
          <p:nvPr/>
        </p:nvSpPr>
        <p:spPr>
          <a:xfrm>
            <a:off x="3392050" y="2299775"/>
            <a:ext cx="1765800" cy="247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1" name="Google Shape;241;p35"/>
          <p:cNvSpPr/>
          <p:nvPr/>
        </p:nvSpPr>
        <p:spPr>
          <a:xfrm>
            <a:off x="3392050" y="2299775"/>
            <a:ext cx="886500" cy="247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2" name="Google Shape;242;p35"/>
          <p:cNvSpPr/>
          <p:nvPr/>
        </p:nvSpPr>
        <p:spPr>
          <a:xfrm>
            <a:off x="5971250" y="2299775"/>
            <a:ext cx="1765800" cy="247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3" name="Google Shape;243;p35"/>
          <p:cNvSpPr/>
          <p:nvPr/>
        </p:nvSpPr>
        <p:spPr>
          <a:xfrm>
            <a:off x="5971250" y="2299775"/>
            <a:ext cx="1327200" cy="247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 name="Shape 247"/>
        <p:cNvGrpSpPr/>
        <p:nvPr/>
      </p:nvGrpSpPr>
      <p:grpSpPr>
        <a:xfrm>
          <a:off x="0" y="0"/>
          <a:ext cx="0" cy="0"/>
          <a:chOff x="0" y="0"/>
          <a:chExt cx="0" cy="0"/>
        </a:xfrm>
      </p:grpSpPr>
      <p:sp>
        <p:nvSpPr>
          <p:cNvPr id="248" name="Google Shape;24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sp>
        <p:nvSpPr>
          <p:cNvPr id="249" name="Google Shape;249;p36"/>
          <p:cNvSpPr/>
          <p:nvPr/>
        </p:nvSpPr>
        <p:spPr>
          <a:xfrm>
            <a:off x="1531125" y="136170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6"/>
          <p:cNvSpPr/>
          <p:nvPr/>
        </p:nvSpPr>
        <p:spPr>
          <a:xfrm>
            <a:off x="3495025" y="136170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6"/>
          <p:cNvSpPr/>
          <p:nvPr/>
        </p:nvSpPr>
        <p:spPr>
          <a:xfrm>
            <a:off x="5458925" y="136170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6"/>
          <p:cNvSpPr/>
          <p:nvPr/>
        </p:nvSpPr>
        <p:spPr>
          <a:xfrm>
            <a:off x="7422825" y="136170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6"/>
          <p:cNvSpPr txBox="1"/>
          <p:nvPr/>
        </p:nvSpPr>
        <p:spPr>
          <a:xfrm flipH="1">
            <a:off x="713125" y="178637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Mercury is the first planet from the Sun, and it's also the smallest</a:t>
            </a:r>
            <a:endParaRPr sz="1200">
              <a:solidFill>
                <a:schemeClr val="dk1"/>
              </a:solidFill>
              <a:latin typeface="Open Sans"/>
              <a:ea typeface="Open Sans"/>
              <a:cs typeface="Open Sans"/>
              <a:sym typeface="Open Sans"/>
            </a:endParaRPr>
          </a:p>
        </p:txBody>
      </p:sp>
      <p:sp>
        <p:nvSpPr>
          <p:cNvPr id="254" name="Google Shape;254;p36"/>
          <p:cNvSpPr txBox="1"/>
          <p:nvPr/>
        </p:nvSpPr>
        <p:spPr>
          <a:xfrm flipH="1">
            <a:off x="2677025" y="178637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Venus is the second planet from the Sun and is known for its thick atmosphere</a:t>
            </a:r>
            <a:endParaRPr sz="1200">
              <a:solidFill>
                <a:schemeClr val="dk1"/>
              </a:solidFill>
              <a:latin typeface="Open Sans"/>
              <a:ea typeface="Open Sans"/>
              <a:cs typeface="Open Sans"/>
              <a:sym typeface="Open Sans"/>
            </a:endParaRPr>
          </a:p>
        </p:txBody>
      </p:sp>
      <p:sp>
        <p:nvSpPr>
          <p:cNvPr id="255" name="Google Shape;255;p36"/>
          <p:cNvSpPr txBox="1"/>
          <p:nvPr/>
        </p:nvSpPr>
        <p:spPr>
          <a:xfrm flipH="1">
            <a:off x="4640925" y="178637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Earth is the third planet from the Sun and the only known planet to support life</a:t>
            </a:r>
            <a:endParaRPr sz="1200">
              <a:solidFill>
                <a:schemeClr val="dk1"/>
              </a:solidFill>
              <a:latin typeface="Open Sans"/>
              <a:ea typeface="Open Sans"/>
              <a:cs typeface="Open Sans"/>
              <a:sym typeface="Open Sans"/>
            </a:endParaRPr>
          </a:p>
        </p:txBody>
      </p:sp>
      <p:sp>
        <p:nvSpPr>
          <p:cNvPr id="256" name="Google Shape;256;p36"/>
          <p:cNvSpPr txBox="1"/>
          <p:nvPr/>
        </p:nvSpPr>
        <p:spPr>
          <a:xfrm flipH="1">
            <a:off x="6604825" y="178637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Mars is the fourth planet from the Sun and is often called the Red Planet</a:t>
            </a:r>
            <a:endParaRPr sz="1200">
              <a:solidFill>
                <a:schemeClr val="dk1"/>
              </a:solidFill>
              <a:latin typeface="Open Sans"/>
              <a:ea typeface="Open Sans"/>
              <a:cs typeface="Open Sans"/>
              <a:sym typeface="Open Sans"/>
            </a:endParaRPr>
          </a:p>
        </p:txBody>
      </p:sp>
      <p:cxnSp>
        <p:nvCxnSpPr>
          <p:cNvPr id="257" name="Google Shape;257;p36"/>
          <p:cNvCxnSpPr>
            <a:stCxn id="249" idx="6"/>
            <a:endCxn id="250" idx="2"/>
          </p:cNvCxnSpPr>
          <p:nvPr/>
        </p:nvCxnSpPr>
        <p:spPr>
          <a:xfrm>
            <a:off x="1707525" y="1449900"/>
            <a:ext cx="1787400" cy="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36"/>
          <p:cNvCxnSpPr>
            <a:stCxn id="250" idx="6"/>
            <a:endCxn id="251" idx="2"/>
          </p:cNvCxnSpPr>
          <p:nvPr/>
        </p:nvCxnSpPr>
        <p:spPr>
          <a:xfrm>
            <a:off x="3671425" y="1449900"/>
            <a:ext cx="1787400" cy="0"/>
          </a:xfrm>
          <a:prstGeom prst="straightConnector1">
            <a:avLst/>
          </a:prstGeom>
          <a:noFill/>
          <a:ln cap="flat" cmpd="sng" w="9525">
            <a:solidFill>
              <a:schemeClr val="dk2"/>
            </a:solidFill>
            <a:prstDash val="solid"/>
            <a:round/>
            <a:headEnd len="med" w="med" type="none"/>
            <a:tailEnd len="med" w="med" type="none"/>
          </a:ln>
        </p:spPr>
      </p:cxnSp>
      <p:cxnSp>
        <p:nvCxnSpPr>
          <p:cNvPr id="259" name="Google Shape;259;p36"/>
          <p:cNvCxnSpPr>
            <a:stCxn id="251" idx="6"/>
            <a:endCxn id="252" idx="2"/>
          </p:cNvCxnSpPr>
          <p:nvPr/>
        </p:nvCxnSpPr>
        <p:spPr>
          <a:xfrm>
            <a:off x="5635325" y="1449900"/>
            <a:ext cx="1787400" cy="0"/>
          </a:xfrm>
          <a:prstGeom prst="straightConnector1">
            <a:avLst/>
          </a:prstGeom>
          <a:noFill/>
          <a:ln cap="flat" cmpd="sng" w="9525">
            <a:solidFill>
              <a:schemeClr val="dk2"/>
            </a:solidFill>
            <a:prstDash val="solid"/>
            <a:round/>
            <a:headEnd len="med" w="med" type="none"/>
            <a:tailEnd len="med" w="med" type="none"/>
          </a:ln>
        </p:spPr>
      </p:cxnSp>
      <p:cxnSp>
        <p:nvCxnSpPr>
          <p:cNvPr id="260" name="Google Shape;260;p36"/>
          <p:cNvCxnSpPr>
            <a:stCxn id="249" idx="4"/>
            <a:endCxn id="253" idx="0"/>
          </p:cNvCxnSpPr>
          <p:nvPr/>
        </p:nvCxnSpPr>
        <p:spPr>
          <a:xfrm>
            <a:off x="1619325" y="153810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61" name="Google Shape;261;p36"/>
          <p:cNvCxnSpPr>
            <a:stCxn id="250" idx="4"/>
            <a:endCxn id="254" idx="0"/>
          </p:cNvCxnSpPr>
          <p:nvPr/>
        </p:nvCxnSpPr>
        <p:spPr>
          <a:xfrm>
            <a:off x="3583225" y="153810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62" name="Google Shape;262;p36"/>
          <p:cNvCxnSpPr>
            <a:stCxn id="251" idx="4"/>
            <a:endCxn id="255" idx="0"/>
          </p:cNvCxnSpPr>
          <p:nvPr/>
        </p:nvCxnSpPr>
        <p:spPr>
          <a:xfrm>
            <a:off x="5547125" y="153810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63" name="Google Shape;263;p36"/>
          <p:cNvCxnSpPr>
            <a:stCxn id="252" idx="4"/>
            <a:endCxn id="256" idx="0"/>
          </p:cNvCxnSpPr>
          <p:nvPr/>
        </p:nvCxnSpPr>
        <p:spPr>
          <a:xfrm>
            <a:off x="7511025" y="1538100"/>
            <a:ext cx="0" cy="248400"/>
          </a:xfrm>
          <a:prstGeom prst="straightConnector1">
            <a:avLst/>
          </a:prstGeom>
          <a:noFill/>
          <a:ln cap="flat" cmpd="sng" w="9525">
            <a:solidFill>
              <a:schemeClr val="dk2"/>
            </a:solidFill>
            <a:prstDash val="solid"/>
            <a:round/>
            <a:headEnd len="med" w="med" type="none"/>
            <a:tailEnd len="med" w="med" type="none"/>
          </a:ln>
        </p:spPr>
      </p:cxnSp>
      <p:sp>
        <p:nvSpPr>
          <p:cNvPr id="264" name="Google Shape;264;p36"/>
          <p:cNvSpPr/>
          <p:nvPr/>
        </p:nvSpPr>
        <p:spPr>
          <a:xfrm>
            <a:off x="1531125" y="319615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6"/>
          <p:cNvSpPr/>
          <p:nvPr/>
        </p:nvSpPr>
        <p:spPr>
          <a:xfrm>
            <a:off x="3495025" y="319615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6"/>
          <p:cNvSpPr/>
          <p:nvPr/>
        </p:nvSpPr>
        <p:spPr>
          <a:xfrm>
            <a:off x="5458925" y="319615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6"/>
          <p:cNvSpPr/>
          <p:nvPr/>
        </p:nvSpPr>
        <p:spPr>
          <a:xfrm>
            <a:off x="7422825" y="3196150"/>
            <a:ext cx="176400" cy="1764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6"/>
          <p:cNvSpPr txBox="1"/>
          <p:nvPr/>
        </p:nvSpPr>
        <p:spPr>
          <a:xfrm flipH="1">
            <a:off x="713125" y="362082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Jupiter is the fifth planet from the Sun and is the largest in our solar system</a:t>
            </a:r>
            <a:endParaRPr sz="1200">
              <a:solidFill>
                <a:schemeClr val="dk1"/>
              </a:solidFill>
              <a:latin typeface="Open Sans"/>
              <a:ea typeface="Open Sans"/>
              <a:cs typeface="Open Sans"/>
              <a:sym typeface="Open Sans"/>
            </a:endParaRPr>
          </a:p>
        </p:txBody>
      </p:sp>
      <p:sp>
        <p:nvSpPr>
          <p:cNvPr id="269" name="Google Shape;269;p36"/>
          <p:cNvSpPr txBox="1"/>
          <p:nvPr/>
        </p:nvSpPr>
        <p:spPr>
          <a:xfrm flipH="1">
            <a:off x="2677025" y="362082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Saturn, the sixth planet from the Sun, is famous for its stunning ring system</a:t>
            </a:r>
            <a:endParaRPr sz="1200">
              <a:solidFill>
                <a:schemeClr val="dk1"/>
              </a:solidFill>
              <a:latin typeface="Open Sans"/>
              <a:ea typeface="Open Sans"/>
              <a:cs typeface="Open Sans"/>
              <a:sym typeface="Open Sans"/>
            </a:endParaRPr>
          </a:p>
        </p:txBody>
      </p:sp>
      <p:sp>
        <p:nvSpPr>
          <p:cNvPr id="270" name="Google Shape;270;p36"/>
          <p:cNvSpPr txBox="1"/>
          <p:nvPr/>
        </p:nvSpPr>
        <p:spPr>
          <a:xfrm flipH="1">
            <a:off x="4640925" y="362082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Uranus is the seventh planet from the Sun and is unique for rotating on its side</a:t>
            </a:r>
            <a:endParaRPr sz="1200">
              <a:solidFill>
                <a:schemeClr val="dk1"/>
              </a:solidFill>
              <a:latin typeface="Open Sans"/>
              <a:ea typeface="Open Sans"/>
              <a:cs typeface="Open Sans"/>
              <a:sym typeface="Open Sans"/>
            </a:endParaRPr>
          </a:p>
        </p:txBody>
      </p:sp>
      <p:sp>
        <p:nvSpPr>
          <p:cNvPr id="271" name="Google Shape;271;p36"/>
          <p:cNvSpPr txBox="1"/>
          <p:nvPr/>
        </p:nvSpPr>
        <p:spPr>
          <a:xfrm flipH="1">
            <a:off x="6604825" y="3620825"/>
            <a:ext cx="1812300" cy="893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Neptune is the eighth planet from the Sun, known for its deep blue color</a:t>
            </a:r>
            <a:endParaRPr sz="1200">
              <a:solidFill>
                <a:schemeClr val="dk1"/>
              </a:solidFill>
              <a:latin typeface="Open Sans"/>
              <a:ea typeface="Open Sans"/>
              <a:cs typeface="Open Sans"/>
              <a:sym typeface="Open Sans"/>
            </a:endParaRPr>
          </a:p>
        </p:txBody>
      </p:sp>
      <p:cxnSp>
        <p:nvCxnSpPr>
          <p:cNvPr id="272" name="Google Shape;272;p36"/>
          <p:cNvCxnSpPr>
            <a:stCxn id="264" idx="6"/>
            <a:endCxn id="265" idx="2"/>
          </p:cNvCxnSpPr>
          <p:nvPr/>
        </p:nvCxnSpPr>
        <p:spPr>
          <a:xfrm>
            <a:off x="1707525" y="3284350"/>
            <a:ext cx="1787400" cy="0"/>
          </a:xfrm>
          <a:prstGeom prst="straightConnector1">
            <a:avLst/>
          </a:prstGeom>
          <a:noFill/>
          <a:ln cap="flat" cmpd="sng" w="9525">
            <a:solidFill>
              <a:schemeClr val="dk2"/>
            </a:solidFill>
            <a:prstDash val="solid"/>
            <a:round/>
            <a:headEnd len="med" w="med" type="none"/>
            <a:tailEnd len="med" w="med" type="none"/>
          </a:ln>
        </p:spPr>
      </p:cxnSp>
      <p:cxnSp>
        <p:nvCxnSpPr>
          <p:cNvPr id="273" name="Google Shape;273;p36"/>
          <p:cNvCxnSpPr>
            <a:stCxn id="265" idx="6"/>
            <a:endCxn id="266" idx="2"/>
          </p:cNvCxnSpPr>
          <p:nvPr/>
        </p:nvCxnSpPr>
        <p:spPr>
          <a:xfrm>
            <a:off x="3671425" y="3284350"/>
            <a:ext cx="1787400" cy="0"/>
          </a:xfrm>
          <a:prstGeom prst="straightConnector1">
            <a:avLst/>
          </a:prstGeom>
          <a:noFill/>
          <a:ln cap="flat" cmpd="sng" w="9525">
            <a:solidFill>
              <a:schemeClr val="dk2"/>
            </a:solidFill>
            <a:prstDash val="solid"/>
            <a:round/>
            <a:headEnd len="med" w="med" type="none"/>
            <a:tailEnd len="med" w="med" type="none"/>
          </a:ln>
        </p:spPr>
      </p:cxnSp>
      <p:cxnSp>
        <p:nvCxnSpPr>
          <p:cNvPr id="274" name="Google Shape;274;p36"/>
          <p:cNvCxnSpPr>
            <a:stCxn id="266" idx="6"/>
            <a:endCxn id="267" idx="2"/>
          </p:cNvCxnSpPr>
          <p:nvPr/>
        </p:nvCxnSpPr>
        <p:spPr>
          <a:xfrm>
            <a:off x="5635325" y="3284350"/>
            <a:ext cx="1787400" cy="0"/>
          </a:xfrm>
          <a:prstGeom prst="straightConnector1">
            <a:avLst/>
          </a:prstGeom>
          <a:noFill/>
          <a:ln cap="flat" cmpd="sng" w="9525">
            <a:solidFill>
              <a:schemeClr val="dk2"/>
            </a:solidFill>
            <a:prstDash val="solid"/>
            <a:round/>
            <a:headEnd len="med" w="med" type="none"/>
            <a:tailEnd len="med" w="med" type="none"/>
          </a:ln>
        </p:spPr>
      </p:cxnSp>
      <p:cxnSp>
        <p:nvCxnSpPr>
          <p:cNvPr id="275" name="Google Shape;275;p36"/>
          <p:cNvCxnSpPr>
            <a:stCxn id="264" idx="4"/>
            <a:endCxn id="268" idx="0"/>
          </p:cNvCxnSpPr>
          <p:nvPr/>
        </p:nvCxnSpPr>
        <p:spPr>
          <a:xfrm>
            <a:off x="1619325" y="337255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76" name="Google Shape;276;p36"/>
          <p:cNvCxnSpPr>
            <a:stCxn id="265" idx="4"/>
            <a:endCxn id="269" idx="0"/>
          </p:cNvCxnSpPr>
          <p:nvPr/>
        </p:nvCxnSpPr>
        <p:spPr>
          <a:xfrm>
            <a:off x="3583225" y="337255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77" name="Google Shape;277;p36"/>
          <p:cNvCxnSpPr>
            <a:stCxn id="266" idx="4"/>
            <a:endCxn id="270" idx="0"/>
          </p:cNvCxnSpPr>
          <p:nvPr/>
        </p:nvCxnSpPr>
        <p:spPr>
          <a:xfrm>
            <a:off x="5547125" y="337255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78" name="Google Shape;278;p36"/>
          <p:cNvCxnSpPr>
            <a:stCxn id="267" idx="4"/>
            <a:endCxn id="271" idx="0"/>
          </p:cNvCxnSpPr>
          <p:nvPr/>
        </p:nvCxnSpPr>
        <p:spPr>
          <a:xfrm>
            <a:off x="7511025" y="3372550"/>
            <a:ext cx="0" cy="248400"/>
          </a:xfrm>
          <a:prstGeom prst="straightConnector1">
            <a:avLst/>
          </a:prstGeom>
          <a:noFill/>
          <a:ln cap="flat" cmpd="sng" w="9525">
            <a:solidFill>
              <a:schemeClr val="dk2"/>
            </a:solidFill>
            <a:prstDash val="solid"/>
            <a:round/>
            <a:headEnd len="med" w="med" type="none"/>
            <a:tailEnd len="med" w="med" type="none"/>
          </a:ln>
        </p:spPr>
      </p:cxnSp>
      <p:cxnSp>
        <p:nvCxnSpPr>
          <p:cNvPr id="279" name="Google Shape;279;p36"/>
          <p:cNvCxnSpPr>
            <a:stCxn id="252" idx="6"/>
            <a:endCxn id="264" idx="2"/>
          </p:cNvCxnSpPr>
          <p:nvPr/>
        </p:nvCxnSpPr>
        <p:spPr>
          <a:xfrm flipH="1">
            <a:off x="1531125" y="1449900"/>
            <a:ext cx="6068100" cy="1834500"/>
          </a:xfrm>
          <a:prstGeom prst="bentConnector5">
            <a:avLst>
              <a:gd fmla="val -17710" name="adj1"/>
              <a:gd fmla="val 76913" name="adj2"/>
              <a:gd fmla="val 103924" name="adj3"/>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 name="Shape 283"/>
        <p:cNvGrpSpPr/>
        <p:nvPr/>
      </p:nvGrpSpPr>
      <p:grpSpPr>
        <a:xfrm>
          <a:off x="0" y="0"/>
          <a:ext cx="0" cy="0"/>
          <a:chOff x="0" y="0"/>
          <a:chExt cx="0" cy="0"/>
        </a:xfrm>
      </p:grpSpPr>
      <p:sp>
        <p:nvSpPr>
          <p:cNvPr id="284" name="Google Shape;284;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285" name="Google Shape;285;p37"/>
          <p:cNvGraphicFramePr/>
          <p:nvPr/>
        </p:nvGraphicFramePr>
        <p:xfrm>
          <a:off x="720000" y="1186325"/>
          <a:ext cx="3000000" cy="3000000"/>
        </p:xfrm>
        <a:graphic>
          <a:graphicData uri="http://schemas.openxmlformats.org/drawingml/2006/table">
            <a:tbl>
              <a:tblPr>
                <a:noFill/>
                <a:tableStyleId>{6A56D8BE-0022-4943-9EAC-562C483FE479}</a:tableStyleId>
              </a:tblPr>
              <a:tblGrid>
                <a:gridCol w="1028250"/>
                <a:gridCol w="1028250"/>
                <a:gridCol w="1028250"/>
              </a:tblGrid>
              <a:tr h="492425">
                <a:tc>
                  <a:txBody>
                    <a:bodyPr/>
                    <a:lstStyle/>
                    <a:p>
                      <a:pPr indent="0" lvl="0" marL="0" rtl="0" algn="l">
                        <a:spcBef>
                          <a:spcPts val="0"/>
                        </a:spcBef>
                        <a:spcAft>
                          <a:spcPts val="0"/>
                        </a:spcAft>
                        <a:buNone/>
                      </a:pPr>
                      <a:r>
                        <a:rPr lang="en">
                          <a:solidFill>
                            <a:schemeClr val="dk1"/>
                          </a:solidFill>
                          <a:latin typeface="Anybody"/>
                          <a:ea typeface="Anybody"/>
                          <a:cs typeface="Anybody"/>
                          <a:sym typeface="Anybody"/>
                        </a:rPr>
                        <a:t>TEAM</a:t>
                      </a:r>
                      <a:endParaRPr>
                        <a:solidFill>
                          <a:schemeClr val="dk1"/>
                        </a:solidFill>
                        <a:latin typeface="Anybody"/>
                        <a:ea typeface="Anybody"/>
                        <a:cs typeface="Anybody"/>
                        <a:sym typeface="Anybody"/>
                      </a:endParaRPr>
                    </a:p>
                  </a:txBody>
                  <a:tcPr marT="45700" marB="4570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nybody"/>
                          <a:ea typeface="Anybody"/>
                          <a:cs typeface="Anybody"/>
                          <a:sym typeface="Anybody"/>
                        </a:rPr>
                        <a:t>A</a:t>
                      </a:r>
                      <a:endParaRPr>
                        <a:solidFill>
                          <a:schemeClr val="dk1"/>
                        </a:solidFill>
                        <a:latin typeface="Anybody"/>
                        <a:ea typeface="Anybody"/>
                        <a:cs typeface="Anybody"/>
                        <a:sym typeface="Anybody"/>
                      </a:endParaRPr>
                    </a:p>
                  </a:txBody>
                  <a:tcPr marT="45700" marB="4570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nybody"/>
                          <a:ea typeface="Anybody"/>
                          <a:cs typeface="Anybody"/>
                          <a:sym typeface="Anybody"/>
                        </a:rPr>
                        <a:t>B</a:t>
                      </a:r>
                      <a:endParaRPr>
                        <a:solidFill>
                          <a:schemeClr val="dk1"/>
                        </a:solidFill>
                        <a:latin typeface="Anybody"/>
                        <a:ea typeface="Anybody"/>
                        <a:cs typeface="Anybody"/>
                        <a:sym typeface="Anybody"/>
                      </a:endParaRPr>
                    </a:p>
                  </a:txBody>
                  <a:tcPr marT="45700" marB="4570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MERCURY</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MARS</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SATURN</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VENUS</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JUPITER</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EARTH</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8775">
                <a:tc>
                  <a:txBody>
                    <a:bodyPr/>
                    <a:lstStyle/>
                    <a:p>
                      <a:pPr indent="0" lvl="0" marL="0" rtl="0" algn="l">
                        <a:spcBef>
                          <a:spcPts val="0"/>
                        </a:spcBef>
                        <a:spcAft>
                          <a:spcPts val="0"/>
                        </a:spcAft>
                        <a:buNone/>
                      </a:pPr>
                      <a:r>
                        <a:rPr lang="en">
                          <a:solidFill>
                            <a:schemeClr val="accent1"/>
                          </a:solidFill>
                          <a:latin typeface="Anybody"/>
                          <a:ea typeface="Anybody"/>
                          <a:cs typeface="Anybody"/>
                          <a:sym typeface="Anybody"/>
                        </a:rPr>
                        <a:t>PLUTO</a:t>
                      </a:r>
                      <a:endParaRPr>
                        <a:solidFill>
                          <a:schemeClr val="accent1"/>
                        </a:solidFill>
                        <a:latin typeface="Anybody"/>
                        <a:ea typeface="Anybody"/>
                        <a:cs typeface="Anybody"/>
                        <a:sym typeface="Anybody"/>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hlink"/>
                          </a:solidFill>
                          <a:latin typeface="Open Sans"/>
                          <a:ea typeface="Open Sans"/>
                          <a:cs typeface="Open Sans"/>
                          <a:sym typeface="Open Sans"/>
                        </a:rPr>
                        <a:t>XX</a:t>
                      </a:r>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286" name="Google Shape;286;p37"/>
          <p:cNvSpPr txBox="1"/>
          <p:nvPr/>
        </p:nvSpPr>
        <p:spPr>
          <a:xfrm>
            <a:off x="4123081" y="1186325"/>
            <a:ext cx="18960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accent1"/>
                </a:solidFill>
                <a:latin typeface="Anybody"/>
                <a:ea typeface="Anybody"/>
                <a:cs typeface="Anybody"/>
                <a:sym typeface="Anybody"/>
              </a:rPr>
              <a:t>120 U/DAY</a:t>
            </a:r>
            <a:endParaRPr sz="2000">
              <a:solidFill>
                <a:schemeClr val="accent1"/>
              </a:solidFill>
              <a:latin typeface="Anybody"/>
              <a:ea typeface="Anybody"/>
              <a:cs typeface="Anybody"/>
              <a:sym typeface="Anybody"/>
            </a:endParaRPr>
          </a:p>
        </p:txBody>
      </p:sp>
      <p:sp>
        <p:nvSpPr>
          <p:cNvPr id="287" name="Google Shape;287;p37"/>
          <p:cNvSpPr txBox="1"/>
          <p:nvPr/>
        </p:nvSpPr>
        <p:spPr>
          <a:xfrm>
            <a:off x="6534763" y="1186325"/>
            <a:ext cx="18960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accent1"/>
                </a:solidFill>
                <a:latin typeface="Anybody"/>
                <a:ea typeface="Anybody"/>
                <a:cs typeface="Anybody"/>
                <a:sym typeface="Anybody"/>
              </a:rPr>
              <a:t>2H</a:t>
            </a:r>
            <a:endParaRPr sz="2000">
              <a:solidFill>
                <a:schemeClr val="accent1"/>
              </a:solidFill>
              <a:latin typeface="Anybody"/>
              <a:ea typeface="Anybody"/>
              <a:cs typeface="Anybody"/>
              <a:sym typeface="Anybody"/>
            </a:endParaRPr>
          </a:p>
        </p:txBody>
      </p:sp>
      <p:sp>
        <p:nvSpPr>
          <p:cNvPr id="288" name="Google Shape;288;p37"/>
          <p:cNvSpPr txBox="1"/>
          <p:nvPr/>
        </p:nvSpPr>
        <p:spPr>
          <a:xfrm>
            <a:off x="4123081" y="1510325"/>
            <a:ext cx="1896000" cy="2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Open Sans"/>
                <a:ea typeface="Open Sans"/>
                <a:cs typeface="Open Sans"/>
                <a:sym typeface="Open Sans"/>
              </a:rPr>
              <a:t>Venus is a hot planet</a:t>
            </a:r>
            <a:endParaRPr sz="1200">
              <a:solidFill>
                <a:srgbClr val="191919"/>
              </a:solidFill>
              <a:latin typeface="Open Sans"/>
              <a:ea typeface="Open Sans"/>
              <a:cs typeface="Open Sans"/>
              <a:sym typeface="Open Sans"/>
            </a:endParaRPr>
          </a:p>
        </p:txBody>
      </p:sp>
      <p:sp>
        <p:nvSpPr>
          <p:cNvPr id="289" name="Google Shape;289;p37"/>
          <p:cNvSpPr txBox="1"/>
          <p:nvPr/>
        </p:nvSpPr>
        <p:spPr>
          <a:xfrm>
            <a:off x="6534763" y="1510325"/>
            <a:ext cx="1896000" cy="2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Open Sans"/>
                <a:ea typeface="Open Sans"/>
                <a:cs typeface="Open Sans"/>
                <a:sym typeface="Open Sans"/>
              </a:rPr>
              <a:t>Mercury is very small</a:t>
            </a:r>
            <a:endParaRPr sz="1200">
              <a:solidFill>
                <a:srgbClr val="191919"/>
              </a:solidFill>
              <a:latin typeface="Open Sans"/>
              <a:ea typeface="Open Sans"/>
              <a:cs typeface="Open Sans"/>
              <a:sym typeface="Open Sans"/>
            </a:endParaRPr>
          </a:p>
        </p:txBody>
      </p:sp>
      <p:sp>
        <p:nvSpPr>
          <p:cNvPr id="290" name="Google Shape;290;p37"/>
          <p:cNvSpPr txBox="1"/>
          <p:nvPr/>
        </p:nvSpPr>
        <p:spPr>
          <a:xfrm>
            <a:off x="4123000" y="4261650"/>
            <a:ext cx="3648600" cy="3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rgbClr val="191919"/>
                </a:solidFill>
                <a:latin typeface="Open Sans"/>
                <a:ea typeface="Open Sans"/>
                <a:cs typeface="Open Sans"/>
                <a:sym typeface="Open Sans"/>
              </a:rPr>
              <a:t>Follow the link in the graph to modify its data and then paste the new one here. </a:t>
            </a:r>
            <a:r>
              <a:rPr b="1" lang="en" sz="1000" u="sng">
                <a:solidFill>
                  <a:srgbClr val="191919"/>
                </a:solidFill>
                <a:latin typeface="Open Sans"/>
                <a:ea typeface="Open Sans"/>
                <a:cs typeface="Open Sans"/>
                <a:sym typeface="Open Sans"/>
                <a:hlinkClick r:id="rId3">
                  <a:extLst>
                    <a:ext uri="{A12FA001-AC4F-418D-AE19-62706E023703}">
                      <ahyp:hlinkClr val="tx"/>
                    </a:ext>
                  </a:extLst>
                </a:hlinkClick>
              </a:rPr>
              <a:t>For more info, click here</a:t>
            </a:r>
            <a:endParaRPr b="1" sz="1000" u="sng">
              <a:solidFill>
                <a:srgbClr val="191919"/>
              </a:solidFill>
              <a:latin typeface="Open Sans"/>
              <a:ea typeface="Open Sans"/>
              <a:cs typeface="Open Sans"/>
              <a:sym typeface="Open Sans"/>
            </a:endParaRPr>
          </a:p>
        </p:txBody>
      </p:sp>
      <p:pic>
        <p:nvPicPr>
          <p:cNvPr id="291" name="Google Shape;291;p37" title="Gráfico">
            <a:hlinkClick r:id="rId4"/>
          </p:cNvPr>
          <p:cNvPicPr preferRelativeResize="0"/>
          <p:nvPr/>
        </p:nvPicPr>
        <p:blipFill>
          <a:blip r:embed="rId5">
            <a:alphaModFix/>
          </a:blip>
          <a:stretch>
            <a:fillRect/>
          </a:stretch>
        </p:blipFill>
        <p:spPr>
          <a:xfrm>
            <a:off x="4123000" y="1936025"/>
            <a:ext cx="4281366" cy="217322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 name="Shape 295"/>
        <p:cNvGrpSpPr/>
        <p:nvPr/>
      </p:nvGrpSpPr>
      <p:grpSpPr>
        <a:xfrm>
          <a:off x="0" y="0"/>
          <a:ext cx="0" cy="0"/>
          <a:chOff x="0" y="0"/>
          <a:chExt cx="0" cy="0"/>
        </a:xfrm>
      </p:grpSpPr>
      <p:sp>
        <p:nvSpPr>
          <p:cNvPr id="296" name="Google Shape;296;p38"/>
          <p:cNvSpPr txBox="1"/>
          <p:nvPr>
            <p:ph type="title"/>
          </p:nvPr>
        </p:nvSpPr>
        <p:spPr>
          <a:xfrm>
            <a:off x="961663" y="748675"/>
            <a:ext cx="4899000" cy="7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 YOU</a:t>
            </a:r>
            <a:endParaRPr/>
          </a:p>
        </p:txBody>
      </p:sp>
      <p:sp>
        <p:nvSpPr>
          <p:cNvPr id="297" name="Google Shape;297;p38"/>
          <p:cNvSpPr txBox="1"/>
          <p:nvPr>
            <p:ph idx="1" type="subTitle"/>
          </p:nvPr>
        </p:nvSpPr>
        <p:spPr>
          <a:xfrm>
            <a:off x="961625" y="1443775"/>
            <a:ext cx="48990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+00 000 000 000</a:t>
            </a:r>
            <a:endParaRPr/>
          </a:p>
          <a:p>
            <a:pPr indent="0" lvl="0" marL="0" rtl="0" algn="l">
              <a:spcBef>
                <a:spcPts val="0"/>
              </a:spcBef>
              <a:spcAft>
                <a:spcPts val="0"/>
              </a:spcAft>
              <a:buNone/>
            </a:pPr>
            <a:r>
              <a:rPr lang="en"/>
              <a:t>yourwebsite.com</a:t>
            </a:r>
            <a:endParaRPr/>
          </a:p>
        </p:txBody>
      </p:sp>
      <p:grpSp>
        <p:nvGrpSpPr>
          <p:cNvPr id="298" name="Google Shape;298;p38"/>
          <p:cNvGrpSpPr/>
          <p:nvPr/>
        </p:nvGrpSpPr>
        <p:grpSpPr>
          <a:xfrm>
            <a:off x="1152049" y="2960723"/>
            <a:ext cx="276012" cy="275991"/>
            <a:chOff x="3368074" y="3882537"/>
            <a:chExt cx="215298" cy="215298"/>
          </a:xfrm>
        </p:grpSpPr>
        <p:sp>
          <p:nvSpPr>
            <p:cNvPr id="299" name="Google Shape;299;p3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38"/>
          <p:cNvGrpSpPr/>
          <p:nvPr/>
        </p:nvGrpSpPr>
        <p:grpSpPr>
          <a:xfrm>
            <a:off x="2018081" y="2979431"/>
            <a:ext cx="266790" cy="238574"/>
            <a:chOff x="3824739" y="3890112"/>
            <a:chExt cx="208105" cy="186110"/>
          </a:xfrm>
        </p:grpSpPr>
        <p:sp>
          <p:nvSpPr>
            <p:cNvPr id="303" name="Google Shape;303;p3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38"/>
          <p:cNvSpPr/>
          <p:nvPr/>
        </p:nvSpPr>
        <p:spPr>
          <a:xfrm>
            <a:off x="2881965" y="2979669"/>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8"/>
          <p:cNvSpPr txBox="1"/>
          <p:nvPr/>
        </p:nvSpPr>
        <p:spPr>
          <a:xfrm>
            <a:off x="1037825" y="4210850"/>
            <a:ext cx="4151700" cy="260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000">
                <a:solidFill>
                  <a:schemeClr val="dk1"/>
                </a:solidFill>
                <a:latin typeface="Open Sans"/>
                <a:ea typeface="Open Sans"/>
                <a:cs typeface="Open Sans"/>
                <a:sym typeface="Open Sans"/>
              </a:rPr>
              <a:t>Please keep this slide for attribution</a:t>
            </a:r>
            <a:endParaRPr sz="1000">
              <a:solidFill>
                <a:schemeClr val="dk1"/>
              </a:solidFill>
              <a:latin typeface="Open Sans"/>
              <a:ea typeface="Open Sans"/>
              <a:cs typeface="Open Sans"/>
              <a:sym typeface="Open Sans"/>
            </a:endParaRPr>
          </a:p>
        </p:txBody>
      </p:sp>
      <p:grpSp>
        <p:nvGrpSpPr>
          <p:cNvPr id="308" name="Google Shape;308;p38"/>
          <p:cNvGrpSpPr/>
          <p:nvPr/>
        </p:nvGrpSpPr>
        <p:grpSpPr>
          <a:xfrm>
            <a:off x="-6275" y="2793388"/>
            <a:ext cx="9175800" cy="610625"/>
            <a:chOff x="-6275" y="2793388"/>
            <a:chExt cx="9175800" cy="610625"/>
          </a:xfrm>
        </p:grpSpPr>
        <p:cxnSp>
          <p:nvCxnSpPr>
            <p:cNvPr id="309" name="Google Shape;309;p38"/>
            <p:cNvCxnSpPr/>
            <p:nvPr/>
          </p:nvCxnSpPr>
          <p:spPr>
            <a:xfrm>
              <a:off x="-6275" y="2793388"/>
              <a:ext cx="9175800" cy="0"/>
            </a:xfrm>
            <a:prstGeom prst="straightConnector1">
              <a:avLst/>
            </a:prstGeom>
            <a:noFill/>
            <a:ln cap="flat" cmpd="sng" w="9525">
              <a:solidFill>
                <a:schemeClr val="dk2"/>
              </a:solidFill>
              <a:prstDash val="solid"/>
              <a:round/>
              <a:headEnd len="med" w="med" type="none"/>
              <a:tailEnd len="med" w="med" type="none"/>
            </a:ln>
          </p:spPr>
        </p:cxnSp>
        <p:cxnSp>
          <p:nvCxnSpPr>
            <p:cNvPr id="310" name="Google Shape;310;p38"/>
            <p:cNvCxnSpPr/>
            <p:nvPr/>
          </p:nvCxnSpPr>
          <p:spPr>
            <a:xfrm>
              <a:off x="-6275" y="3404013"/>
              <a:ext cx="9175800" cy="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sp>
        <p:nvSpPr>
          <p:cNvPr id="315" name="Google Shape;315;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16" name="Google Shape;316;p3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Photos</a:t>
            </a:r>
            <a:endParaRPr b="1"/>
          </a:p>
          <a:p>
            <a:pPr indent="-317500" lvl="0" marL="457200" rtl="0" algn="l">
              <a:spcBef>
                <a:spcPts val="300"/>
              </a:spcBef>
              <a:spcAft>
                <a:spcPts val="0"/>
              </a:spcAft>
              <a:buSzPts val="1400"/>
              <a:buChar char="●"/>
            </a:pPr>
            <a:r>
              <a:rPr lang="en">
                <a:uFill>
                  <a:noFill/>
                </a:uFill>
                <a:hlinkClick r:id="rId3"/>
              </a:rPr>
              <a:t>Monochromatic urban minimal landscape</a:t>
            </a:r>
            <a:endParaRPr/>
          </a:p>
          <a:p>
            <a:pPr indent="-317500" lvl="0" marL="457200" rtl="0" algn="l">
              <a:spcBef>
                <a:spcPts val="0"/>
              </a:spcBef>
              <a:spcAft>
                <a:spcPts val="0"/>
              </a:spcAft>
              <a:buSzPts val="1400"/>
              <a:buChar char="●"/>
            </a:pPr>
            <a:r>
              <a:rPr lang="en">
                <a:uFill>
                  <a:noFill/>
                </a:uFill>
                <a:hlinkClick r:id="rId4"/>
              </a:rPr>
              <a:t>Monochromatic urban minimal landscape</a:t>
            </a:r>
            <a:r>
              <a:rPr lang="en"/>
              <a:t> II</a:t>
            </a:r>
            <a:endParaRPr/>
          </a:p>
          <a:p>
            <a:pPr indent="-317500" lvl="0" marL="457200" rtl="0" algn="l">
              <a:spcBef>
                <a:spcPts val="0"/>
              </a:spcBef>
              <a:spcAft>
                <a:spcPts val="0"/>
              </a:spcAft>
              <a:buSzPts val="1400"/>
              <a:buChar char="●"/>
            </a:pPr>
            <a:r>
              <a:rPr lang="en">
                <a:uFill>
                  <a:noFill/>
                </a:uFill>
                <a:hlinkClick r:id="rId5"/>
              </a:rPr>
              <a:t>Monochromatic urban minimal landscape III</a:t>
            </a:r>
            <a:endParaRPr/>
          </a:p>
          <a:p>
            <a:pPr indent="-317500" lvl="0" marL="457200" rtl="0" algn="l">
              <a:spcBef>
                <a:spcPts val="0"/>
              </a:spcBef>
              <a:spcAft>
                <a:spcPts val="0"/>
              </a:spcAft>
              <a:buSzPts val="1400"/>
              <a:buChar char="●"/>
            </a:pPr>
            <a:r>
              <a:rPr lang="en">
                <a:uFill>
                  <a:noFill/>
                </a:uFill>
                <a:hlinkClick r:id="rId6"/>
              </a:rPr>
              <a:t>Monochromatic urban minimal landscape</a:t>
            </a:r>
            <a:r>
              <a:rPr lang="en"/>
              <a:t> IV</a:t>
            </a:r>
            <a:endParaRPr/>
          </a:p>
          <a:p>
            <a:pPr indent="-317500" lvl="0" marL="457200" rtl="0" algn="l">
              <a:spcBef>
                <a:spcPts val="0"/>
              </a:spcBef>
              <a:spcAft>
                <a:spcPts val="0"/>
              </a:spcAft>
              <a:buSzPts val="1400"/>
              <a:buChar char="●"/>
            </a:pPr>
            <a:r>
              <a:rPr lang="en">
                <a:uFill>
                  <a:noFill/>
                </a:uFill>
                <a:hlinkClick r:id="rId7"/>
              </a:rPr>
              <a:t>Set of Easter eggs and quills in bowl near plant twigs in vase</a:t>
            </a:r>
            <a:endParaRPr/>
          </a:p>
          <a:p>
            <a:pPr indent="-317500" lvl="0" marL="457200" rtl="0" algn="l">
              <a:spcBef>
                <a:spcPts val="0"/>
              </a:spcBef>
              <a:spcAft>
                <a:spcPts val="0"/>
              </a:spcAft>
              <a:buSzPts val="1400"/>
              <a:buChar char="●"/>
            </a:pPr>
            <a:r>
              <a:rPr lang="en">
                <a:uFill>
                  <a:noFill/>
                </a:uFill>
                <a:hlinkClick r:id="rId8"/>
              </a:rPr>
              <a:t>Natural and abstract shadow details</a:t>
            </a:r>
            <a:endParaRPr b="1"/>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 name="Shape 320"/>
        <p:cNvGrpSpPr/>
        <p:nvPr/>
      </p:nvGrpSpPr>
      <p:grpSpPr>
        <a:xfrm>
          <a:off x="0" y="0"/>
          <a:ext cx="0" cy="0"/>
          <a:chOff x="0" y="0"/>
          <a:chExt cx="0" cy="0"/>
        </a:xfrm>
      </p:grpSpPr>
      <p:sp>
        <p:nvSpPr>
          <p:cNvPr id="321" name="Google Shape;321;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2" name="Google Shape;322;p40"/>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F462C"/>
              </a:buClr>
              <a:buSzPts val="1100"/>
              <a:buFont typeface="Arial"/>
              <a:buNone/>
            </a:pPr>
            <a:r>
              <a:rPr lang="en">
                <a:solidFill>
                  <a:srgbClr val="000000"/>
                </a:solidFill>
              </a:rPr>
              <a:t>Did you like the resources on this template? Get them for free on these websites:</a:t>
            </a:r>
            <a:endParaRPr>
              <a:solidFill>
                <a:srgbClr val="000000"/>
              </a:solidFill>
            </a:endParaRPr>
          </a:p>
          <a:p>
            <a:pPr indent="0" lvl="0" marL="0" rtl="0" algn="l">
              <a:spcBef>
                <a:spcPts val="1000"/>
              </a:spcBef>
              <a:spcAft>
                <a:spcPts val="0"/>
              </a:spcAft>
              <a:buNone/>
            </a:pPr>
            <a:r>
              <a:rPr b="1" lang="en">
                <a:solidFill>
                  <a:srgbClr val="000000"/>
                </a:solidFill>
              </a:rPr>
              <a:t>Photos</a:t>
            </a:r>
            <a:endParaRPr b="1">
              <a:solidFill>
                <a:srgbClr val="000000"/>
              </a:solidFill>
            </a:endParaRPr>
          </a:p>
          <a:p>
            <a:pPr indent="-317500" lvl="0" marL="457200" rtl="0" algn="l">
              <a:spcBef>
                <a:spcPts val="300"/>
              </a:spcBef>
              <a:spcAft>
                <a:spcPts val="0"/>
              </a:spcAft>
              <a:buClr>
                <a:srgbClr val="000000"/>
              </a:buClr>
              <a:buSzPts val="1400"/>
              <a:buChar char="●"/>
            </a:pPr>
            <a:r>
              <a:rPr lang="en">
                <a:solidFill>
                  <a:srgbClr val="000000"/>
                </a:solidFill>
                <a:uFill>
                  <a:noFill/>
                </a:uFill>
                <a:hlinkClick r:id="rId3">
                  <a:extLst>
                    <a:ext uri="{A12FA001-AC4F-418D-AE19-62706E023703}">
                      <ahyp:hlinkClr val="tx"/>
                    </a:ext>
                  </a:extLst>
                </a:hlinkClick>
              </a:rPr>
              <a:t>Monochromatic urban minimal landscape</a:t>
            </a:r>
            <a:endParaRPr>
              <a:solidFill>
                <a:srgbClr val="000000"/>
              </a:solidFill>
            </a:endParaRPr>
          </a:p>
          <a:p>
            <a:pPr indent="-317500" lvl="0" marL="457200" rtl="0" algn="l">
              <a:spcBef>
                <a:spcPts val="0"/>
              </a:spcBef>
              <a:spcAft>
                <a:spcPts val="0"/>
              </a:spcAft>
              <a:buClr>
                <a:srgbClr val="000000"/>
              </a:buClr>
              <a:buSzPts val="1400"/>
              <a:buChar char="●"/>
            </a:pPr>
            <a:r>
              <a:rPr lang="en">
                <a:solidFill>
                  <a:srgbClr val="000000"/>
                </a:solidFill>
                <a:uFill>
                  <a:noFill/>
                </a:uFill>
                <a:hlinkClick r:id="rId4">
                  <a:extLst>
                    <a:ext uri="{A12FA001-AC4F-418D-AE19-62706E023703}">
                      <ahyp:hlinkClr val="tx"/>
                    </a:ext>
                  </a:extLst>
                </a:hlinkClick>
              </a:rPr>
              <a:t>3d tree with leaves and branches displayed on podium</a:t>
            </a:r>
            <a:endParaRPr>
              <a:solidFill>
                <a:srgbClr val="000000"/>
              </a:solidFill>
            </a:endParaRPr>
          </a:p>
          <a:p>
            <a:pPr indent="-317500" lvl="0" marL="457200" rtl="0" algn="l">
              <a:spcBef>
                <a:spcPts val="0"/>
              </a:spcBef>
              <a:spcAft>
                <a:spcPts val="0"/>
              </a:spcAft>
              <a:buClr>
                <a:srgbClr val="000000"/>
              </a:buClr>
              <a:buSzPts val="1400"/>
              <a:buChar char="●"/>
            </a:pPr>
            <a:r>
              <a:rPr lang="en">
                <a:solidFill>
                  <a:srgbClr val="000000"/>
                </a:solidFill>
                <a:uFill>
                  <a:noFill/>
                </a:uFill>
                <a:hlinkClick r:id="rId5">
                  <a:extLst>
                    <a:ext uri="{A12FA001-AC4F-418D-AE19-62706E023703}">
                      <ahyp:hlinkClr val="tx"/>
                    </a:ext>
                  </a:extLst>
                </a:hlinkClick>
              </a:rPr>
              <a:t>Minimalist office interior design</a:t>
            </a:r>
            <a:endParaRPr>
              <a:solidFill>
                <a:srgbClr val="000000"/>
              </a:solidFill>
            </a:endParaRPr>
          </a:p>
          <a:p>
            <a:pPr indent="-317500" lvl="0" marL="457200" rtl="0" algn="l">
              <a:spcBef>
                <a:spcPts val="0"/>
              </a:spcBef>
              <a:spcAft>
                <a:spcPts val="0"/>
              </a:spcAft>
              <a:buClr>
                <a:srgbClr val="000000"/>
              </a:buClr>
              <a:buSzPts val="1400"/>
              <a:buChar char="●"/>
            </a:pPr>
            <a:r>
              <a:rPr lang="en">
                <a:solidFill>
                  <a:srgbClr val="000000"/>
                </a:solidFill>
                <a:uFill>
                  <a:noFill/>
                </a:uFill>
                <a:hlinkClick r:id="rId6">
                  <a:extLst>
                    <a:ext uri="{A12FA001-AC4F-418D-AE19-62706E023703}">
                      <ahyp:hlinkClr val="tx"/>
                    </a:ext>
                  </a:extLst>
                </a:hlinkClick>
              </a:rPr>
              <a:t>Minimalist office interior design</a:t>
            </a:r>
            <a:endParaRPr>
              <a:solidFill>
                <a:srgbClr val="000000"/>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26" name="Shape 326"/>
        <p:cNvGrpSpPr/>
        <p:nvPr/>
      </p:nvGrpSpPr>
      <p:grpSpPr>
        <a:xfrm>
          <a:off x="0" y="0"/>
          <a:ext cx="0" cy="0"/>
          <a:chOff x="0" y="0"/>
          <a:chExt cx="0" cy="0"/>
        </a:xfrm>
      </p:grpSpPr>
      <p:grpSp>
        <p:nvGrpSpPr>
          <p:cNvPr id="327" name="Google Shape;327;p41"/>
          <p:cNvGrpSpPr/>
          <p:nvPr/>
        </p:nvGrpSpPr>
        <p:grpSpPr>
          <a:xfrm>
            <a:off x="1343061" y="3305297"/>
            <a:ext cx="291737" cy="289845"/>
            <a:chOff x="5049575" y="4993600"/>
            <a:chExt cx="482050" cy="478925"/>
          </a:xfrm>
        </p:grpSpPr>
        <p:sp>
          <p:nvSpPr>
            <p:cNvPr id="328" name="Google Shape;328;p4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9" name="Google Shape;329;p4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0" name="Google Shape;330;p4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1" name="Google Shape;331;p4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2" name="Google Shape;332;p41"/>
          <p:cNvGrpSpPr/>
          <p:nvPr/>
        </p:nvGrpSpPr>
        <p:grpSpPr>
          <a:xfrm>
            <a:off x="1343052" y="2010830"/>
            <a:ext cx="291746" cy="286082"/>
            <a:chOff x="1490050" y="3805975"/>
            <a:chExt cx="491900" cy="482350"/>
          </a:xfrm>
        </p:grpSpPr>
        <p:sp>
          <p:nvSpPr>
            <p:cNvPr id="333" name="Google Shape;333;p4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4" name="Google Shape;334;p4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5" name="Google Shape;335;p4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6" name="Google Shape;336;p4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7" name="Google Shape;337;p41"/>
          <p:cNvGrpSpPr/>
          <p:nvPr/>
        </p:nvGrpSpPr>
        <p:grpSpPr>
          <a:xfrm>
            <a:off x="942179" y="2419464"/>
            <a:ext cx="291890" cy="291890"/>
            <a:chOff x="2085525" y="4992125"/>
            <a:chExt cx="481825" cy="481825"/>
          </a:xfrm>
        </p:grpSpPr>
        <p:sp>
          <p:nvSpPr>
            <p:cNvPr id="338" name="Google Shape;338;p4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9" name="Google Shape;339;p4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40" name="Google Shape;340;p4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341" name="Google Shape;341;p41"/>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342" name="Google Shape;342;p41"/>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343" name="Google Shape;343;p41"/>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344" name="Google Shape;344;p41"/>
          <p:cNvGrpSpPr/>
          <p:nvPr/>
        </p:nvGrpSpPr>
        <p:grpSpPr>
          <a:xfrm>
            <a:off x="942192" y="1551114"/>
            <a:ext cx="291890" cy="291890"/>
            <a:chOff x="1492675" y="4992125"/>
            <a:chExt cx="481825" cy="481825"/>
          </a:xfrm>
        </p:grpSpPr>
        <p:sp>
          <p:nvSpPr>
            <p:cNvPr id="345" name="Google Shape;345;p4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6" name="Google Shape;346;p4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47" name="Google Shape;347;p41"/>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8" name="Google Shape;348;p41"/>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49" name="Google Shape;349;p41"/>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50" name="Google Shape;350;p41"/>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51" name="Google Shape;351;p41"/>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52" name="Google Shape;352;p41"/>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53" name="Google Shape;353;p41"/>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54" name="Google Shape;354;p41"/>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55" name="Google Shape;355;p41"/>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56" name="Google Shape;356;p41"/>
          <p:cNvGrpSpPr/>
          <p:nvPr/>
        </p:nvGrpSpPr>
        <p:grpSpPr>
          <a:xfrm>
            <a:off x="4522635" y="2884257"/>
            <a:ext cx="291741" cy="255607"/>
            <a:chOff x="899850" y="871450"/>
            <a:chExt cx="483175" cy="423400"/>
          </a:xfrm>
        </p:grpSpPr>
        <p:sp>
          <p:nvSpPr>
            <p:cNvPr id="357" name="Google Shape;357;p4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 name="Google Shape;358;p4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 name="Google Shape;359;p4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 name="Google Shape;360;p4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1" name="Google Shape;361;p41"/>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2" name="Google Shape;362;p41"/>
          <p:cNvGrpSpPr/>
          <p:nvPr/>
        </p:nvGrpSpPr>
        <p:grpSpPr>
          <a:xfrm>
            <a:off x="1343054" y="3797714"/>
            <a:ext cx="291752" cy="270260"/>
            <a:chOff x="4266025" y="3609275"/>
            <a:chExt cx="299325" cy="277275"/>
          </a:xfrm>
        </p:grpSpPr>
        <p:sp>
          <p:nvSpPr>
            <p:cNvPr id="363" name="Google Shape;363;p4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 name="Google Shape;365;p41"/>
          <p:cNvGrpSpPr/>
          <p:nvPr/>
        </p:nvGrpSpPr>
        <p:grpSpPr>
          <a:xfrm>
            <a:off x="4541087" y="3353101"/>
            <a:ext cx="254844" cy="253474"/>
            <a:chOff x="-6329100" y="3632100"/>
            <a:chExt cx="293025" cy="291450"/>
          </a:xfrm>
        </p:grpSpPr>
        <p:sp>
          <p:nvSpPr>
            <p:cNvPr id="366" name="Google Shape;366;p4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72" name="Shape 372"/>
        <p:cNvGrpSpPr/>
        <p:nvPr/>
      </p:nvGrpSpPr>
      <p:grpSpPr>
        <a:xfrm>
          <a:off x="0" y="0"/>
          <a:ext cx="0" cy="0"/>
          <a:chOff x="0" y="0"/>
          <a:chExt cx="0" cy="0"/>
        </a:xfrm>
      </p:grpSpPr>
      <p:grpSp>
        <p:nvGrpSpPr>
          <p:cNvPr id="373" name="Google Shape;373;p42"/>
          <p:cNvGrpSpPr/>
          <p:nvPr/>
        </p:nvGrpSpPr>
        <p:grpSpPr>
          <a:xfrm>
            <a:off x="1343043" y="3832782"/>
            <a:ext cx="291745" cy="222188"/>
            <a:chOff x="3271200" y="3863875"/>
            <a:chExt cx="481825" cy="366950"/>
          </a:xfrm>
        </p:grpSpPr>
        <p:sp>
          <p:nvSpPr>
            <p:cNvPr id="374" name="Google Shape;374;p42"/>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 name="Google Shape;375;p42"/>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 name="Google Shape;376;p42"/>
          <p:cNvGrpSpPr/>
          <p:nvPr/>
        </p:nvGrpSpPr>
        <p:grpSpPr>
          <a:xfrm>
            <a:off x="4541062" y="3799828"/>
            <a:ext cx="254864" cy="257380"/>
            <a:chOff x="-37804925" y="3953450"/>
            <a:chExt cx="315075" cy="318225"/>
          </a:xfrm>
        </p:grpSpPr>
        <p:sp>
          <p:nvSpPr>
            <p:cNvPr id="377" name="Google Shape;377;p4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 name="Google Shape;380;p42"/>
          <p:cNvGrpSpPr/>
          <p:nvPr/>
        </p:nvGrpSpPr>
        <p:grpSpPr>
          <a:xfrm>
            <a:off x="4522635" y="3285732"/>
            <a:ext cx="291741" cy="255607"/>
            <a:chOff x="899850" y="871450"/>
            <a:chExt cx="483175" cy="423400"/>
          </a:xfrm>
        </p:grpSpPr>
        <p:sp>
          <p:nvSpPr>
            <p:cNvPr id="381" name="Google Shape;381;p4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 name="Google Shape;382;p4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 name="Google Shape;383;p4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 name="Google Shape;384;p4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5" name="Google Shape;385;p42"/>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6" name="Google Shape;386;p42"/>
          <p:cNvGrpSpPr/>
          <p:nvPr/>
        </p:nvGrpSpPr>
        <p:grpSpPr>
          <a:xfrm>
            <a:off x="1343039" y="2440320"/>
            <a:ext cx="291768" cy="290652"/>
            <a:chOff x="2085450" y="842250"/>
            <a:chExt cx="483700" cy="481850"/>
          </a:xfrm>
        </p:grpSpPr>
        <p:sp>
          <p:nvSpPr>
            <p:cNvPr id="387" name="Google Shape;387;p4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 name="Google Shape;388;p4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 name="Google Shape;389;p4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 name="Google Shape;390;p42"/>
          <p:cNvGrpSpPr/>
          <p:nvPr/>
        </p:nvGrpSpPr>
        <p:grpSpPr>
          <a:xfrm>
            <a:off x="4541083" y="2436280"/>
            <a:ext cx="254847" cy="289962"/>
            <a:chOff x="2707500" y="249400"/>
            <a:chExt cx="423475" cy="481825"/>
          </a:xfrm>
        </p:grpSpPr>
        <p:sp>
          <p:nvSpPr>
            <p:cNvPr id="391" name="Google Shape;391;p42"/>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 name="Google Shape;392;p42"/>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 name="Google Shape;393;p42"/>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394" name="Google Shape;394;p4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395" name="Google Shape;395;p42"/>
          <p:cNvGrpSpPr/>
          <p:nvPr/>
        </p:nvGrpSpPr>
        <p:grpSpPr>
          <a:xfrm>
            <a:off x="1343052" y="2010830"/>
            <a:ext cx="291746" cy="286082"/>
            <a:chOff x="1490050" y="3805975"/>
            <a:chExt cx="491900" cy="482350"/>
          </a:xfrm>
        </p:grpSpPr>
        <p:sp>
          <p:nvSpPr>
            <p:cNvPr id="396" name="Google Shape;396;p4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 name="Google Shape;397;p4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 name="Google Shape;398;p4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 name="Google Shape;399;p4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0" name="Google Shape;400;p42"/>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401" name="Google Shape;401;p42"/>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 name="Google Shape;402;p42"/>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03" name="Google Shape;403;p42"/>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04" name="Google Shape;404;p42"/>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05" name="Google Shape;405;p42"/>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06" name="Google Shape;406;p42"/>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07" name="Google Shape;407;p42"/>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08" name="Google Shape;408;p42"/>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09" name="Google Shape;409;p42"/>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10" name="Google Shape;410;p42"/>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11" name="Google Shape;411;p42"/>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412" name="Google Shape;412;p42"/>
          <p:cNvGrpSpPr/>
          <p:nvPr/>
        </p:nvGrpSpPr>
        <p:grpSpPr>
          <a:xfrm>
            <a:off x="8430787" y="228418"/>
            <a:ext cx="346490" cy="311075"/>
            <a:chOff x="5655285" y="1922218"/>
            <a:chExt cx="2946347" cy="2645192"/>
          </a:xfrm>
        </p:grpSpPr>
        <p:sp>
          <p:nvSpPr>
            <p:cNvPr id="413" name="Google Shape;413;p42"/>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42"/>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42"/>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42"/>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7" name="Google Shape;417;p42"/>
          <p:cNvGrpSpPr/>
          <p:nvPr/>
        </p:nvGrpSpPr>
        <p:grpSpPr>
          <a:xfrm>
            <a:off x="942179" y="2910127"/>
            <a:ext cx="291890" cy="291890"/>
            <a:chOff x="2085525" y="4992125"/>
            <a:chExt cx="481825" cy="481825"/>
          </a:xfrm>
        </p:grpSpPr>
        <p:sp>
          <p:nvSpPr>
            <p:cNvPr id="418" name="Google Shape;418;p4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 name="Google Shape;419;p4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 name="Google Shape;420;p42"/>
          <p:cNvGrpSpPr/>
          <p:nvPr/>
        </p:nvGrpSpPr>
        <p:grpSpPr>
          <a:xfrm>
            <a:off x="942192" y="1551114"/>
            <a:ext cx="291890" cy="291890"/>
            <a:chOff x="1492675" y="4992125"/>
            <a:chExt cx="481825" cy="481825"/>
          </a:xfrm>
        </p:grpSpPr>
        <p:sp>
          <p:nvSpPr>
            <p:cNvPr id="421" name="Google Shape;421;p4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 name="Google Shape;422;p4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26" name="Shape 426"/>
        <p:cNvGrpSpPr/>
        <p:nvPr/>
      </p:nvGrpSpPr>
      <p:grpSpPr>
        <a:xfrm>
          <a:off x="0" y="0"/>
          <a:ext cx="0" cy="0"/>
          <a:chOff x="0" y="0"/>
          <a:chExt cx="0" cy="0"/>
        </a:xfrm>
      </p:grpSpPr>
      <p:sp>
        <p:nvSpPr>
          <p:cNvPr id="427" name="Google Shape;427;p4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28" name="Google Shape;428;p43"/>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29" name="Google Shape;429;p43"/>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grpSp>
        <p:nvGrpSpPr>
          <p:cNvPr id="430" name="Google Shape;430;p43"/>
          <p:cNvGrpSpPr/>
          <p:nvPr/>
        </p:nvGrpSpPr>
        <p:grpSpPr>
          <a:xfrm>
            <a:off x="5084767" y="1811403"/>
            <a:ext cx="412865" cy="384035"/>
            <a:chOff x="-49397175" y="3192625"/>
            <a:chExt cx="300900" cy="281200"/>
          </a:xfrm>
        </p:grpSpPr>
        <p:sp>
          <p:nvSpPr>
            <p:cNvPr id="431" name="Google Shape;431;p4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43"/>
          <p:cNvGrpSpPr/>
          <p:nvPr/>
        </p:nvGrpSpPr>
        <p:grpSpPr>
          <a:xfrm>
            <a:off x="794294" y="1812811"/>
            <a:ext cx="381187" cy="381219"/>
            <a:chOff x="-50134375" y="3550975"/>
            <a:chExt cx="300100" cy="300125"/>
          </a:xfrm>
        </p:grpSpPr>
        <p:sp>
          <p:nvSpPr>
            <p:cNvPr id="439" name="Google Shape;439;p4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43"/>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442" name="Google Shape;442;p43">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Anybody</a:t>
            </a:r>
            <a:endParaRPr b="1" sz="1100" u="sng">
              <a:solidFill>
                <a:schemeClr val="dk1"/>
              </a:solidFill>
              <a:latin typeface="Inter"/>
              <a:ea typeface="Inter"/>
              <a:cs typeface="Inter"/>
              <a:sym typeface="Inter"/>
            </a:endParaRPr>
          </a:p>
        </p:txBody>
      </p:sp>
      <p:sp>
        <p:nvSpPr>
          <p:cNvPr id="443" name="Google Shape;443;p43">
            <a:hlinkClick r:id="rId4"/>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Open Sans</a:t>
            </a:r>
            <a:endParaRPr b="1" sz="1100" u="sng">
              <a:solidFill>
                <a:schemeClr val="dk1"/>
              </a:solidFill>
              <a:latin typeface="Inter"/>
              <a:ea typeface="Inter"/>
              <a:cs typeface="Inter"/>
              <a:sym typeface="Inter"/>
            </a:endParaRPr>
          </a:p>
        </p:txBody>
      </p:sp>
      <p:sp>
        <p:nvSpPr>
          <p:cNvPr id="444" name="Google Shape;444;p43"/>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445" name="Google Shape;445;p4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446" name="Google Shape;446;p43"/>
          <p:cNvSpPr/>
          <p:nvPr/>
        </p:nvSpPr>
        <p:spPr>
          <a:xfrm>
            <a:off x="5068946" y="2360912"/>
            <a:ext cx="689100" cy="656700"/>
          </a:xfrm>
          <a:prstGeom prst="roundRect">
            <a:avLst>
              <a:gd fmla="val 16667" name="adj"/>
            </a:avLst>
          </a:prstGeom>
          <a:solidFill>
            <a:srgbClr val="332E2A"/>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447" name="Google Shape;447;p43"/>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#332e2a</a:t>
            </a:r>
            <a:endParaRPr sz="900">
              <a:solidFill>
                <a:srgbClr val="FFFFFF"/>
              </a:solidFill>
              <a:latin typeface="Inter"/>
              <a:ea typeface="Inter"/>
              <a:cs typeface="Inter"/>
              <a:sym typeface="Inter"/>
            </a:endParaRPr>
          </a:p>
        </p:txBody>
      </p:sp>
      <p:sp>
        <p:nvSpPr>
          <p:cNvPr id="448" name="Google Shape;448;p43"/>
          <p:cNvSpPr/>
          <p:nvPr/>
        </p:nvSpPr>
        <p:spPr>
          <a:xfrm>
            <a:off x="5881037" y="2360912"/>
            <a:ext cx="689100" cy="656700"/>
          </a:xfrm>
          <a:prstGeom prst="roundRect">
            <a:avLst>
              <a:gd fmla="val 16667" name="adj"/>
            </a:avLst>
          </a:prstGeom>
          <a:solidFill>
            <a:srgbClr val="F1EBE3"/>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449" name="Google Shape;449;p43"/>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332E2A"/>
                </a:solidFill>
                <a:latin typeface="Inter"/>
                <a:ea typeface="Inter"/>
                <a:cs typeface="Inter"/>
                <a:sym typeface="Inter"/>
              </a:rPr>
              <a:t>#f1ebe3</a:t>
            </a:r>
            <a:endParaRPr sz="900">
              <a:solidFill>
                <a:srgbClr val="332E2A"/>
              </a:solidFill>
              <a:latin typeface="Inter"/>
              <a:ea typeface="Inter"/>
              <a:cs typeface="Inter"/>
              <a:sym typeface="Inter"/>
            </a:endParaRPr>
          </a:p>
        </p:txBody>
      </p:sp>
      <p:sp>
        <p:nvSpPr>
          <p:cNvPr id="450" name="Google Shape;450;p43"/>
          <p:cNvSpPr/>
          <p:nvPr/>
        </p:nvSpPr>
        <p:spPr>
          <a:xfrm>
            <a:off x="5068946" y="3142437"/>
            <a:ext cx="689100" cy="656700"/>
          </a:xfrm>
          <a:prstGeom prst="roundRect">
            <a:avLst>
              <a:gd fmla="val 16667" name="adj"/>
            </a:avLst>
          </a:prstGeom>
          <a:solidFill>
            <a:srgbClr val="E2E2E2"/>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451" name="Google Shape;451;p43"/>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latin typeface="Inter"/>
                <a:ea typeface="Inter"/>
                <a:cs typeface="Inter"/>
                <a:sym typeface="Inter"/>
              </a:rPr>
              <a:t>#e2e2e2</a:t>
            </a:r>
            <a:endParaRPr sz="900">
              <a:latin typeface="Inter"/>
              <a:ea typeface="Inter"/>
              <a:cs typeface="Inter"/>
              <a:sym typeface="Inter"/>
            </a:endParaRPr>
          </a:p>
        </p:txBody>
      </p:sp>
      <p:sp>
        <p:nvSpPr>
          <p:cNvPr id="452" name="Google Shape;452;p43"/>
          <p:cNvSpPr/>
          <p:nvPr/>
        </p:nvSpPr>
        <p:spPr>
          <a:xfrm>
            <a:off x="5881037" y="3142437"/>
            <a:ext cx="689100" cy="656700"/>
          </a:xfrm>
          <a:prstGeom prst="roundRect">
            <a:avLst>
              <a:gd fmla="val 16667" name="adj"/>
            </a:avLst>
          </a:prstGeom>
          <a:solidFill>
            <a:srgbClr val="9E7961"/>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453" name="Google Shape;453;p43"/>
          <p:cNvSpPr txBox="1"/>
          <p:nvPr/>
        </p:nvSpPr>
        <p:spPr>
          <a:xfrm>
            <a:off x="58810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latin typeface="Inter"/>
                <a:ea typeface="Inter"/>
                <a:cs typeface="Inter"/>
                <a:sym typeface="Inter"/>
              </a:rPr>
              <a:t>#9e7961</a:t>
            </a:r>
            <a:endParaRPr sz="900">
              <a:latin typeface="Inter"/>
              <a:ea typeface="Inter"/>
              <a:cs typeface="Inter"/>
              <a:sym typeface="Inter"/>
            </a:endParaRPr>
          </a:p>
        </p:txBody>
      </p:sp>
      <p:sp>
        <p:nvSpPr>
          <p:cNvPr id="454" name="Google Shape;454;p43"/>
          <p:cNvSpPr/>
          <p:nvPr/>
        </p:nvSpPr>
        <p:spPr>
          <a:xfrm>
            <a:off x="6693137" y="2360912"/>
            <a:ext cx="689100" cy="656700"/>
          </a:xfrm>
          <a:prstGeom prst="roundRect">
            <a:avLst>
              <a:gd fmla="val 16667" name="adj"/>
            </a:avLst>
          </a:prstGeom>
          <a:solidFill>
            <a:srgbClr val="A14342"/>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455" name="Google Shape;455;p43"/>
          <p:cNvSpPr txBox="1"/>
          <p:nvPr/>
        </p:nvSpPr>
        <p:spPr>
          <a:xfrm>
            <a:off x="66931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1F1EF"/>
                </a:solidFill>
                <a:latin typeface="Inter"/>
                <a:ea typeface="Inter"/>
                <a:cs typeface="Inter"/>
                <a:sym typeface="Inter"/>
              </a:rPr>
              <a:t>#a14342</a:t>
            </a:r>
            <a:endParaRPr sz="900">
              <a:solidFill>
                <a:srgbClr val="F1F1EF"/>
              </a:solidFill>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59" name="Shape 459"/>
        <p:cNvGrpSpPr/>
        <p:nvPr/>
      </p:nvGrpSpPr>
      <p:grpSpPr>
        <a:xfrm>
          <a:off x="0" y="0"/>
          <a:ext cx="0" cy="0"/>
          <a:chOff x="0" y="0"/>
          <a:chExt cx="0" cy="0"/>
        </a:xfrm>
      </p:grpSpPr>
      <p:sp>
        <p:nvSpPr>
          <p:cNvPr id="460" name="Google Shape;460;p4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461" name="Google Shape;461;p44"/>
          <p:cNvPicPr preferRelativeResize="0"/>
          <p:nvPr/>
        </p:nvPicPr>
        <p:blipFill rotWithShape="1">
          <a:blip r:embed="rId3">
            <a:alphaModFix/>
          </a:blip>
          <a:srcRect b="23100" l="15471" r="10607" t="9884"/>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2" name="Google Shape;462;p44"/>
          <p:cNvPicPr preferRelativeResize="0"/>
          <p:nvPr/>
        </p:nvPicPr>
        <p:blipFill rotWithShape="1">
          <a:blip r:embed="rId4">
            <a:alphaModFix/>
          </a:blip>
          <a:srcRect b="58024" l="19756" r="0" t="20517"/>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3" name="Google Shape;463;p44"/>
          <p:cNvPicPr preferRelativeResize="0"/>
          <p:nvPr/>
        </p:nvPicPr>
        <p:blipFill rotWithShape="1">
          <a:blip r:embed="rId5">
            <a:alphaModFix/>
          </a:blip>
          <a:srcRect b="-1590"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4" name="Google Shape;464;p44"/>
          <p:cNvPicPr preferRelativeResize="0"/>
          <p:nvPr/>
        </p:nvPicPr>
        <p:blipFill rotWithShape="1">
          <a:blip r:embed="rId6">
            <a:alphaModFix/>
          </a:blip>
          <a:srcRect b="15832" l="3891" r="3882" t="22370"/>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
        <p:nvSpPr>
          <p:cNvPr id="465" name="Google Shape;465;p44"/>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66" name="Google Shape;466;p44">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70" name="Shape 470"/>
        <p:cNvGrpSpPr/>
        <p:nvPr/>
      </p:nvGrpSpPr>
      <p:grpSpPr>
        <a:xfrm>
          <a:off x="0" y="0"/>
          <a:ext cx="0" cy="0"/>
          <a:chOff x="0" y="0"/>
          <a:chExt cx="0" cy="0"/>
        </a:xfrm>
      </p:grpSpPr>
      <p:sp>
        <p:nvSpPr>
          <p:cNvPr id="471" name="Google Shape;471;p45"/>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72" name="Google Shape;472;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473" name="Google Shape;473;p45"/>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4" name="Google Shape;474;p45"/>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5" name="Google Shape;475;p45"/>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6" name="Google Shape;476;p45"/>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7" name="Google Shape;477;p45"/>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8" name="Google Shape;478;p45"/>
          <p:cNvGrpSpPr/>
          <p:nvPr/>
        </p:nvGrpSpPr>
        <p:grpSpPr>
          <a:xfrm>
            <a:off x="6057249" y="2960428"/>
            <a:ext cx="547157" cy="635405"/>
            <a:chOff x="4727025" y="1332775"/>
            <a:chExt cx="59900" cy="69625"/>
          </a:xfrm>
        </p:grpSpPr>
        <p:sp>
          <p:nvSpPr>
            <p:cNvPr id="479" name="Google Shape;479;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 name="Google Shape;481;p45"/>
          <p:cNvGrpSpPr/>
          <p:nvPr/>
        </p:nvGrpSpPr>
        <p:grpSpPr>
          <a:xfrm>
            <a:off x="6828373" y="1960663"/>
            <a:ext cx="618887" cy="618883"/>
            <a:chOff x="4820425" y="1329900"/>
            <a:chExt cx="70175" cy="70350"/>
          </a:xfrm>
        </p:grpSpPr>
        <p:sp>
          <p:nvSpPr>
            <p:cNvPr id="482" name="Google Shape;482;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 name="Google Shape;486;p45"/>
          <p:cNvGrpSpPr/>
          <p:nvPr/>
        </p:nvGrpSpPr>
        <p:grpSpPr>
          <a:xfrm>
            <a:off x="5953936" y="1975259"/>
            <a:ext cx="664883" cy="609273"/>
            <a:chOff x="4903200" y="1331525"/>
            <a:chExt cx="73575" cy="67425"/>
          </a:xfrm>
        </p:grpSpPr>
        <p:sp>
          <p:nvSpPr>
            <p:cNvPr id="487" name="Google Shape;487;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88" name="Google Shape;488;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 name="Google Shape;489;p45"/>
          <p:cNvGrpSpPr/>
          <p:nvPr/>
        </p:nvGrpSpPr>
        <p:grpSpPr>
          <a:xfrm>
            <a:off x="6801402" y="2947166"/>
            <a:ext cx="672829" cy="632468"/>
            <a:chOff x="4815575" y="1416800"/>
            <a:chExt cx="73750" cy="71400"/>
          </a:xfrm>
        </p:grpSpPr>
        <p:sp>
          <p:nvSpPr>
            <p:cNvPr id="490" name="Google Shape;490;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45"/>
          <p:cNvGrpSpPr/>
          <p:nvPr/>
        </p:nvGrpSpPr>
        <p:grpSpPr>
          <a:xfrm>
            <a:off x="6017811" y="3967835"/>
            <a:ext cx="633900" cy="633900"/>
            <a:chOff x="5771961" y="3831737"/>
            <a:chExt cx="633900" cy="633900"/>
          </a:xfrm>
        </p:grpSpPr>
        <p:sp>
          <p:nvSpPr>
            <p:cNvPr id="494" name="Google Shape;494;p45"/>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5"/>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45"/>
          <p:cNvGrpSpPr/>
          <p:nvPr/>
        </p:nvGrpSpPr>
        <p:grpSpPr>
          <a:xfrm>
            <a:off x="6819423" y="3950890"/>
            <a:ext cx="636787" cy="649524"/>
            <a:chOff x="4818100" y="1507675"/>
            <a:chExt cx="71225" cy="71625"/>
          </a:xfrm>
        </p:grpSpPr>
        <p:sp>
          <p:nvSpPr>
            <p:cNvPr id="497" name="Google Shape;497;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45"/>
          <p:cNvGrpSpPr/>
          <p:nvPr/>
        </p:nvGrpSpPr>
        <p:grpSpPr>
          <a:xfrm>
            <a:off x="5184293" y="3944970"/>
            <a:ext cx="649520" cy="661559"/>
            <a:chOff x="4906800" y="1507500"/>
            <a:chExt cx="70350" cy="71075"/>
          </a:xfrm>
        </p:grpSpPr>
        <p:sp>
          <p:nvSpPr>
            <p:cNvPr id="502" name="Google Shape;502;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45"/>
          <p:cNvGrpSpPr/>
          <p:nvPr/>
        </p:nvGrpSpPr>
        <p:grpSpPr>
          <a:xfrm>
            <a:off x="5195217" y="1960672"/>
            <a:ext cx="627699" cy="627780"/>
            <a:chOff x="3736598" y="2170606"/>
            <a:chExt cx="404889" cy="404889"/>
          </a:xfrm>
        </p:grpSpPr>
        <p:sp>
          <p:nvSpPr>
            <p:cNvPr id="508" name="Google Shape;508;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 name="Google Shape;512;p45"/>
          <p:cNvGrpSpPr/>
          <p:nvPr/>
        </p:nvGrpSpPr>
        <p:grpSpPr>
          <a:xfrm>
            <a:off x="4348491" y="1960790"/>
            <a:ext cx="711386" cy="627545"/>
            <a:chOff x="3161917" y="2170682"/>
            <a:chExt cx="458870" cy="404737"/>
          </a:xfrm>
        </p:grpSpPr>
        <p:sp>
          <p:nvSpPr>
            <p:cNvPr id="513" name="Google Shape;513;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4" name="Google Shape;514;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 name="Google Shape;516;p45"/>
          <p:cNvGrpSpPr/>
          <p:nvPr/>
        </p:nvGrpSpPr>
        <p:grpSpPr>
          <a:xfrm>
            <a:off x="4382541" y="2970114"/>
            <a:ext cx="643364" cy="616032"/>
            <a:chOff x="3179914" y="2889488"/>
            <a:chExt cx="422876" cy="404911"/>
          </a:xfrm>
        </p:grpSpPr>
        <p:sp>
          <p:nvSpPr>
            <p:cNvPr id="517" name="Google Shape;517;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45"/>
          <p:cNvGrpSpPr/>
          <p:nvPr/>
        </p:nvGrpSpPr>
        <p:grpSpPr>
          <a:xfrm>
            <a:off x="5200057" y="2970064"/>
            <a:ext cx="637699" cy="616132"/>
            <a:chOff x="3729467" y="2889422"/>
            <a:chExt cx="419153" cy="404977"/>
          </a:xfrm>
        </p:grpSpPr>
        <p:sp>
          <p:nvSpPr>
            <p:cNvPr id="524" name="Google Shape;524;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45"/>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5"/>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45"/>
          <p:cNvGrpSpPr/>
          <p:nvPr/>
        </p:nvGrpSpPr>
        <p:grpSpPr>
          <a:xfrm>
            <a:off x="7684888" y="2251259"/>
            <a:ext cx="253114" cy="215138"/>
            <a:chOff x="4660325" y="1866850"/>
            <a:chExt cx="68350" cy="58100"/>
          </a:xfrm>
        </p:grpSpPr>
        <p:sp>
          <p:nvSpPr>
            <p:cNvPr id="534" name="Google Shape;534;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45"/>
          <p:cNvGrpSpPr/>
          <p:nvPr/>
        </p:nvGrpSpPr>
        <p:grpSpPr>
          <a:xfrm>
            <a:off x="8148685" y="2290371"/>
            <a:ext cx="247096" cy="136915"/>
            <a:chOff x="4791775" y="1877500"/>
            <a:chExt cx="66725" cy="36975"/>
          </a:xfrm>
        </p:grpSpPr>
        <p:sp>
          <p:nvSpPr>
            <p:cNvPr id="537" name="Google Shape;537;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 name="Google Shape;539;p45"/>
          <p:cNvGrpSpPr/>
          <p:nvPr/>
        </p:nvGrpSpPr>
        <p:grpSpPr>
          <a:xfrm>
            <a:off x="8162017" y="3518149"/>
            <a:ext cx="220433" cy="136915"/>
            <a:chOff x="4923925" y="1877500"/>
            <a:chExt cx="59525" cy="36975"/>
          </a:xfrm>
        </p:grpSpPr>
        <p:sp>
          <p:nvSpPr>
            <p:cNvPr id="540" name="Google Shape;540;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45"/>
          <p:cNvGrpSpPr/>
          <p:nvPr/>
        </p:nvGrpSpPr>
        <p:grpSpPr>
          <a:xfrm>
            <a:off x="7703914" y="3491072"/>
            <a:ext cx="215063" cy="191070"/>
            <a:chOff x="5058450" y="1870100"/>
            <a:chExt cx="58075" cy="51600"/>
          </a:xfrm>
        </p:grpSpPr>
        <p:sp>
          <p:nvSpPr>
            <p:cNvPr id="543" name="Google Shape;543;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45"/>
          <p:cNvGrpSpPr/>
          <p:nvPr/>
        </p:nvGrpSpPr>
        <p:grpSpPr>
          <a:xfrm>
            <a:off x="7716273" y="3171274"/>
            <a:ext cx="190344" cy="194402"/>
            <a:chOff x="4676550" y="2160575"/>
            <a:chExt cx="51400" cy="52500"/>
          </a:xfrm>
        </p:grpSpPr>
        <p:sp>
          <p:nvSpPr>
            <p:cNvPr id="546" name="Google Shape;546;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 name="Google Shape;549;p45"/>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 name="Google Shape;550;p45"/>
          <p:cNvGrpSpPr/>
          <p:nvPr/>
        </p:nvGrpSpPr>
        <p:grpSpPr>
          <a:xfrm>
            <a:off x="8131604" y="4049152"/>
            <a:ext cx="281258" cy="243836"/>
            <a:chOff x="5037700" y="2430325"/>
            <a:chExt cx="75950" cy="65850"/>
          </a:xfrm>
        </p:grpSpPr>
        <p:sp>
          <p:nvSpPr>
            <p:cNvPr id="551" name="Google Shape;551;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45"/>
          <p:cNvGrpSpPr/>
          <p:nvPr/>
        </p:nvGrpSpPr>
        <p:grpSpPr>
          <a:xfrm>
            <a:off x="721961" y="1949359"/>
            <a:ext cx="2665005" cy="270860"/>
            <a:chOff x="6336019" y="3733725"/>
            <a:chExt cx="2566206" cy="351310"/>
          </a:xfrm>
        </p:grpSpPr>
        <p:sp>
          <p:nvSpPr>
            <p:cNvPr id="554" name="Google Shape;554;p45"/>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5"/>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5"/>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5"/>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58" name="Google Shape;558;p45"/>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 name="Google Shape;559;p45"/>
          <p:cNvGrpSpPr/>
          <p:nvPr/>
        </p:nvGrpSpPr>
        <p:grpSpPr>
          <a:xfrm flipH="1">
            <a:off x="3575516" y="1954083"/>
            <a:ext cx="631989" cy="631989"/>
            <a:chOff x="5681300" y="2527788"/>
            <a:chExt cx="805800" cy="805800"/>
          </a:xfrm>
        </p:grpSpPr>
        <p:sp>
          <p:nvSpPr>
            <p:cNvPr id="560" name="Google Shape;560;p45"/>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5"/>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45"/>
          <p:cNvGrpSpPr/>
          <p:nvPr/>
        </p:nvGrpSpPr>
        <p:grpSpPr>
          <a:xfrm flipH="1">
            <a:off x="3573551" y="3964578"/>
            <a:ext cx="633954" cy="633782"/>
            <a:chOff x="4049800" y="640400"/>
            <a:chExt cx="858900" cy="858900"/>
          </a:xfrm>
        </p:grpSpPr>
        <p:sp>
          <p:nvSpPr>
            <p:cNvPr id="563" name="Google Shape;563;p45"/>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5"/>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45"/>
          <p:cNvGrpSpPr/>
          <p:nvPr/>
        </p:nvGrpSpPr>
        <p:grpSpPr>
          <a:xfrm flipH="1">
            <a:off x="4280059" y="3853009"/>
            <a:ext cx="848259" cy="848355"/>
            <a:chOff x="5080188" y="927900"/>
            <a:chExt cx="961200" cy="961200"/>
          </a:xfrm>
        </p:grpSpPr>
        <p:sp>
          <p:nvSpPr>
            <p:cNvPr id="566" name="Google Shape;566;p45"/>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5"/>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5"/>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5"/>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5"/>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5"/>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5"/>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5"/>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45"/>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5"/>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 name="Google Shape;576;p45"/>
          <p:cNvGrpSpPr/>
          <p:nvPr/>
        </p:nvGrpSpPr>
        <p:grpSpPr>
          <a:xfrm>
            <a:off x="3574205" y="2962074"/>
            <a:ext cx="633300" cy="632112"/>
            <a:chOff x="3309128" y="2874033"/>
            <a:chExt cx="633300" cy="632113"/>
          </a:xfrm>
        </p:grpSpPr>
        <p:grpSp>
          <p:nvGrpSpPr>
            <p:cNvPr id="577" name="Google Shape;577;p45"/>
            <p:cNvGrpSpPr/>
            <p:nvPr/>
          </p:nvGrpSpPr>
          <p:grpSpPr>
            <a:xfrm flipH="1">
              <a:off x="3310391" y="2874095"/>
              <a:ext cx="631989" cy="631989"/>
              <a:chOff x="5681300" y="2527788"/>
              <a:chExt cx="805800" cy="805800"/>
            </a:xfrm>
          </p:grpSpPr>
          <p:sp>
            <p:nvSpPr>
              <p:cNvPr id="578" name="Google Shape;578;p45"/>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5"/>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45"/>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5"/>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45"/>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3" name="Google Shape;583;p45"/>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4" name="Google Shape;584;p45"/>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5" name="Google Shape;585;p45"/>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6" name="Google Shape;586;p45"/>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87" name="Google Shape;587;p45"/>
          <p:cNvGrpSpPr/>
          <p:nvPr/>
        </p:nvGrpSpPr>
        <p:grpSpPr>
          <a:xfrm>
            <a:off x="727325" y="3289926"/>
            <a:ext cx="1275785" cy="243900"/>
            <a:chOff x="727100" y="2805863"/>
            <a:chExt cx="1052975" cy="243900"/>
          </a:xfrm>
        </p:grpSpPr>
        <p:sp>
          <p:nvSpPr>
            <p:cNvPr id="588" name="Google Shape;588;p45"/>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9" name="Google Shape;589;p45"/>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0" name="Google Shape;590;p45"/>
          <p:cNvGrpSpPr/>
          <p:nvPr/>
        </p:nvGrpSpPr>
        <p:grpSpPr>
          <a:xfrm>
            <a:off x="2098996" y="2365190"/>
            <a:ext cx="1283157" cy="280500"/>
            <a:chOff x="2098900" y="2390725"/>
            <a:chExt cx="1245300" cy="280500"/>
          </a:xfrm>
        </p:grpSpPr>
        <p:sp>
          <p:nvSpPr>
            <p:cNvPr id="591" name="Google Shape;591;p45"/>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2" name="Google Shape;592;p45"/>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3" name="Google Shape;593;p45"/>
          <p:cNvGrpSpPr/>
          <p:nvPr/>
        </p:nvGrpSpPr>
        <p:grpSpPr>
          <a:xfrm>
            <a:off x="721950" y="2767089"/>
            <a:ext cx="1284825" cy="414000"/>
            <a:chOff x="721950" y="2306059"/>
            <a:chExt cx="1284825" cy="414000"/>
          </a:xfrm>
        </p:grpSpPr>
        <p:sp>
          <p:nvSpPr>
            <p:cNvPr id="594" name="Google Shape;594;p45"/>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5" name="Google Shape;595;p45"/>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6" name="Google Shape;596;p45"/>
          <p:cNvGrpSpPr/>
          <p:nvPr/>
        </p:nvGrpSpPr>
        <p:grpSpPr>
          <a:xfrm>
            <a:off x="713229" y="2329056"/>
            <a:ext cx="1293618" cy="329196"/>
            <a:chOff x="713225" y="3210638"/>
            <a:chExt cx="1242550" cy="316200"/>
          </a:xfrm>
        </p:grpSpPr>
        <p:sp>
          <p:nvSpPr>
            <p:cNvPr id="597" name="Google Shape;597;p45"/>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8" name="Google Shape;598;p45"/>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9" name="Google Shape;599;p45"/>
          <p:cNvGrpSpPr/>
          <p:nvPr/>
        </p:nvGrpSpPr>
        <p:grpSpPr>
          <a:xfrm>
            <a:off x="721985" y="4382375"/>
            <a:ext cx="1283160" cy="215100"/>
            <a:chOff x="721950" y="4382375"/>
            <a:chExt cx="1247725" cy="215100"/>
          </a:xfrm>
        </p:grpSpPr>
        <p:sp>
          <p:nvSpPr>
            <p:cNvPr id="600" name="Google Shape;600;p45"/>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1" name="Google Shape;601;p45"/>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2" name="Google Shape;602;p45"/>
          <p:cNvGrpSpPr/>
          <p:nvPr/>
        </p:nvGrpSpPr>
        <p:grpSpPr>
          <a:xfrm>
            <a:off x="2098906" y="2790661"/>
            <a:ext cx="1283103" cy="344100"/>
            <a:chOff x="2098900" y="2843850"/>
            <a:chExt cx="1227850" cy="344100"/>
          </a:xfrm>
        </p:grpSpPr>
        <p:sp>
          <p:nvSpPr>
            <p:cNvPr id="603" name="Google Shape;603;p45"/>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4" name="Google Shape;604;p45"/>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05" name="Google Shape;605;p45"/>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grpSp>
        <p:nvGrpSpPr>
          <p:cNvPr id="610" name="Google Shape;610;p46"/>
          <p:cNvGrpSpPr/>
          <p:nvPr/>
        </p:nvGrpSpPr>
        <p:grpSpPr>
          <a:xfrm>
            <a:off x="870168" y="539716"/>
            <a:ext cx="3548604" cy="1964364"/>
            <a:chOff x="2654821" y="2311071"/>
            <a:chExt cx="2279715" cy="1262120"/>
          </a:xfrm>
        </p:grpSpPr>
        <p:grpSp>
          <p:nvGrpSpPr>
            <p:cNvPr id="611" name="Google Shape;611;p46"/>
            <p:cNvGrpSpPr/>
            <p:nvPr/>
          </p:nvGrpSpPr>
          <p:grpSpPr>
            <a:xfrm>
              <a:off x="4034269" y="2840745"/>
              <a:ext cx="40212" cy="36437"/>
              <a:chOff x="4293400" y="2574725"/>
              <a:chExt cx="84425" cy="80100"/>
            </a:xfrm>
          </p:grpSpPr>
          <p:sp>
            <p:nvSpPr>
              <p:cNvPr id="612" name="Google Shape;612;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13" name="Google Shape;613;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46"/>
            <p:cNvGrpSpPr/>
            <p:nvPr/>
          </p:nvGrpSpPr>
          <p:grpSpPr>
            <a:xfrm>
              <a:off x="3894606" y="2334874"/>
              <a:ext cx="913198" cy="518984"/>
              <a:chOff x="4000175" y="1462675"/>
              <a:chExt cx="1917275" cy="1140875"/>
            </a:xfrm>
          </p:grpSpPr>
          <p:sp>
            <p:nvSpPr>
              <p:cNvPr id="615" name="Google Shape;615;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16" name="Google Shape;616;p46"/>
              <p:cNvGrpSpPr/>
              <p:nvPr/>
            </p:nvGrpSpPr>
            <p:grpSpPr>
              <a:xfrm>
                <a:off x="4000175" y="1462675"/>
                <a:ext cx="1917275" cy="1140875"/>
                <a:chOff x="4000175" y="1462675"/>
                <a:chExt cx="1917275" cy="1140875"/>
              </a:xfrm>
            </p:grpSpPr>
            <p:sp>
              <p:nvSpPr>
                <p:cNvPr id="617" name="Google Shape;617;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18" name="Google Shape;618;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22" name="Google Shape;622;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 name="Google Shape;623;p46"/>
            <p:cNvGrpSpPr/>
            <p:nvPr/>
          </p:nvGrpSpPr>
          <p:grpSpPr>
            <a:xfrm>
              <a:off x="3875768" y="2846704"/>
              <a:ext cx="44796" cy="47366"/>
              <a:chOff x="3960625" y="2587825"/>
              <a:chExt cx="94050" cy="104125"/>
            </a:xfrm>
          </p:grpSpPr>
          <p:sp>
            <p:nvSpPr>
              <p:cNvPr id="624" name="Google Shape;624;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25" name="Google Shape;625;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46"/>
            <p:cNvGrpSpPr/>
            <p:nvPr/>
          </p:nvGrpSpPr>
          <p:grpSpPr>
            <a:xfrm>
              <a:off x="3782759" y="2807162"/>
              <a:ext cx="82686" cy="85487"/>
              <a:chOff x="3765350" y="2500900"/>
              <a:chExt cx="173600" cy="187925"/>
            </a:xfrm>
          </p:grpSpPr>
          <p:sp>
            <p:nvSpPr>
              <p:cNvPr id="627" name="Google Shape;627;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28" name="Google Shape;628;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46"/>
            <p:cNvGrpSpPr/>
            <p:nvPr/>
          </p:nvGrpSpPr>
          <p:grpSpPr>
            <a:xfrm>
              <a:off x="3775674" y="2798496"/>
              <a:ext cx="40545" cy="23564"/>
              <a:chOff x="3750475" y="2481850"/>
              <a:chExt cx="85125" cy="51800"/>
            </a:xfrm>
          </p:grpSpPr>
          <p:sp>
            <p:nvSpPr>
              <p:cNvPr id="634" name="Google Shape;634;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36" name="Google Shape;636;p46"/>
            <p:cNvGrpSpPr/>
            <p:nvPr/>
          </p:nvGrpSpPr>
          <p:grpSpPr>
            <a:xfrm>
              <a:off x="3716946" y="2776024"/>
              <a:ext cx="81971" cy="76912"/>
              <a:chOff x="3627175" y="2432450"/>
              <a:chExt cx="172100" cy="169075"/>
            </a:xfrm>
          </p:grpSpPr>
          <p:sp>
            <p:nvSpPr>
              <p:cNvPr id="637" name="Google Shape;637;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39" name="Google Shape;639;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40" name="Google Shape;640;p46"/>
            <p:cNvGrpSpPr/>
            <p:nvPr/>
          </p:nvGrpSpPr>
          <p:grpSpPr>
            <a:xfrm>
              <a:off x="3685682" y="2845624"/>
              <a:ext cx="29311" cy="45055"/>
              <a:chOff x="3561536" y="2585450"/>
              <a:chExt cx="61539" cy="99045"/>
            </a:xfrm>
          </p:grpSpPr>
          <p:sp>
            <p:nvSpPr>
              <p:cNvPr id="641" name="Google Shape;641;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43" name="Google Shape;643;p46"/>
            <p:cNvGrpSpPr/>
            <p:nvPr/>
          </p:nvGrpSpPr>
          <p:grpSpPr>
            <a:xfrm>
              <a:off x="3849905" y="2572252"/>
              <a:ext cx="74339" cy="119559"/>
              <a:chOff x="3906325" y="1984500"/>
              <a:chExt cx="156075" cy="262825"/>
            </a:xfrm>
          </p:grpSpPr>
          <p:sp>
            <p:nvSpPr>
              <p:cNvPr id="644" name="Google Shape;644;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45" name="Google Shape;645;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46"/>
            <p:cNvGrpSpPr/>
            <p:nvPr/>
          </p:nvGrpSpPr>
          <p:grpSpPr>
            <a:xfrm>
              <a:off x="2654821" y="2414345"/>
              <a:ext cx="667570" cy="558731"/>
              <a:chOff x="1397225" y="1637375"/>
              <a:chExt cx="1401575" cy="1228250"/>
            </a:xfrm>
          </p:grpSpPr>
          <p:sp>
            <p:nvSpPr>
              <p:cNvPr id="647" name="Google Shape;647;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48" name="Google Shape;648;p46"/>
              <p:cNvGrpSpPr/>
              <p:nvPr/>
            </p:nvGrpSpPr>
            <p:grpSpPr>
              <a:xfrm>
                <a:off x="1397225" y="1637375"/>
                <a:ext cx="1398775" cy="1228250"/>
                <a:chOff x="1397225" y="1637375"/>
                <a:chExt cx="1398775" cy="1228250"/>
              </a:xfrm>
            </p:grpSpPr>
            <p:sp>
              <p:nvSpPr>
                <p:cNvPr id="649" name="Google Shape;649;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1" name="Google Shape;651;p46"/>
            <p:cNvGrpSpPr/>
            <p:nvPr/>
          </p:nvGrpSpPr>
          <p:grpSpPr>
            <a:xfrm>
              <a:off x="3230417" y="3103734"/>
              <a:ext cx="282982" cy="280332"/>
              <a:chOff x="2605700" y="3152850"/>
              <a:chExt cx="594125" cy="616250"/>
            </a:xfrm>
          </p:grpSpPr>
          <p:sp>
            <p:nvSpPr>
              <p:cNvPr id="652" name="Google Shape;652;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53" name="Google Shape;653;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54" name="Google Shape;654;p46"/>
            <p:cNvGrpSpPr/>
            <p:nvPr/>
          </p:nvGrpSpPr>
          <p:grpSpPr>
            <a:xfrm>
              <a:off x="3265985" y="3226989"/>
              <a:ext cx="87151" cy="346202"/>
              <a:chOff x="2680375" y="3423800"/>
              <a:chExt cx="182975" cy="761050"/>
            </a:xfrm>
          </p:grpSpPr>
          <p:sp>
            <p:nvSpPr>
              <p:cNvPr id="655" name="Google Shape;655;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56" name="Google Shape;656;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46"/>
            <p:cNvGrpSpPr/>
            <p:nvPr/>
          </p:nvGrpSpPr>
          <p:grpSpPr>
            <a:xfrm>
              <a:off x="3855466" y="3289811"/>
              <a:ext cx="112514" cy="94210"/>
              <a:chOff x="3918000" y="3561900"/>
              <a:chExt cx="236225" cy="207100"/>
            </a:xfrm>
          </p:grpSpPr>
          <p:sp>
            <p:nvSpPr>
              <p:cNvPr id="658" name="Google Shape;658;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59" name="Google Shape;659;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 name="Google Shape;660;p4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663" name="Google Shape;663;p46"/>
            <p:cNvGrpSpPr/>
            <p:nvPr/>
          </p:nvGrpSpPr>
          <p:grpSpPr>
            <a:xfrm>
              <a:off x="2905224" y="2311071"/>
              <a:ext cx="596721" cy="528992"/>
              <a:chOff x="1922950" y="1410350"/>
              <a:chExt cx="1252825" cy="1162875"/>
            </a:xfrm>
          </p:grpSpPr>
          <p:sp>
            <p:nvSpPr>
              <p:cNvPr id="664" name="Google Shape;664;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680" name="Google Shape;680;p4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00" name="Google Shape;700;p4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01" name="Google Shape;701;p4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 name="Google Shape;702;p46"/>
            <p:cNvGrpSpPr/>
            <p:nvPr/>
          </p:nvGrpSpPr>
          <p:grpSpPr>
            <a:xfrm>
              <a:off x="3280929" y="3294542"/>
              <a:ext cx="109894" cy="272224"/>
              <a:chOff x="2711750" y="3572300"/>
              <a:chExt cx="230725" cy="598425"/>
            </a:xfrm>
          </p:grpSpPr>
          <p:sp>
            <p:nvSpPr>
              <p:cNvPr id="703" name="Google Shape;703;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4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 name="Google Shape;706;p46"/>
            <p:cNvGrpSpPr/>
            <p:nvPr/>
          </p:nvGrpSpPr>
          <p:grpSpPr>
            <a:xfrm>
              <a:off x="3790439" y="2408636"/>
              <a:ext cx="73017" cy="75684"/>
              <a:chOff x="3781475" y="1624825"/>
              <a:chExt cx="153300" cy="166375"/>
            </a:xfrm>
          </p:grpSpPr>
          <p:sp>
            <p:nvSpPr>
              <p:cNvPr id="707" name="Google Shape;707;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4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 name="Google Shape;718;p46"/>
            <p:cNvGrpSpPr/>
            <p:nvPr/>
          </p:nvGrpSpPr>
          <p:grpSpPr>
            <a:xfrm>
              <a:off x="4403342" y="3107749"/>
              <a:ext cx="316680" cy="101374"/>
              <a:chOff x="5068275" y="3161675"/>
              <a:chExt cx="664875" cy="222850"/>
            </a:xfrm>
          </p:grpSpPr>
          <p:sp>
            <p:nvSpPr>
              <p:cNvPr id="719" name="Google Shape;719;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 name="Google Shape;723;p4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 name="Google Shape;752;p46"/>
            <p:cNvGrpSpPr/>
            <p:nvPr/>
          </p:nvGrpSpPr>
          <p:grpSpPr>
            <a:xfrm>
              <a:off x="3697513" y="2707266"/>
              <a:ext cx="59549" cy="79733"/>
              <a:chOff x="3586375" y="2281300"/>
              <a:chExt cx="125025" cy="175275"/>
            </a:xfrm>
          </p:grpSpPr>
          <p:sp>
            <p:nvSpPr>
              <p:cNvPr id="753" name="Google Shape;753;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 name="Google Shape;755;p4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 name="Google Shape;756;p46"/>
            <p:cNvGrpSpPr/>
            <p:nvPr/>
          </p:nvGrpSpPr>
          <p:grpSpPr>
            <a:xfrm>
              <a:off x="4513224" y="3221724"/>
              <a:ext cx="274563" cy="280321"/>
              <a:chOff x="5298975" y="3412225"/>
              <a:chExt cx="576450" cy="616225"/>
            </a:xfrm>
          </p:grpSpPr>
          <p:sp>
            <p:nvSpPr>
              <p:cNvPr id="757" name="Google Shape;757;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8" name="Google Shape;758;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46"/>
            <p:cNvGrpSpPr/>
            <p:nvPr/>
          </p:nvGrpSpPr>
          <p:grpSpPr>
            <a:xfrm>
              <a:off x="4824403" y="3421846"/>
              <a:ext cx="110132" cy="130647"/>
              <a:chOff x="5952300" y="3852150"/>
              <a:chExt cx="231225" cy="287200"/>
            </a:xfrm>
          </p:grpSpPr>
          <p:sp>
            <p:nvSpPr>
              <p:cNvPr id="760" name="Google Shape;760;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 name="Google Shape;762;p4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 name="Google Shape;770;p46"/>
            <p:cNvGrpSpPr/>
            <p:nvPr/>
          </p:nvGrpSpPr>
          <p:grpSpPr>
            <a:xfrm>
              <a:off x="4295710" y="3079670"/>
              <a:ext cx="14968" cy="27135"/>
              <a:chOff x="4842300" y="3099950"/>
              <a:chExt cx="31425" cy="59650"/>
            </a:xfrm>
          </p:grpSpPr>
          <p:sp>
            <p:nvSpPr>
              <p:cNvPr id="771" name="Google Shape;771;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 name="Google Shape;775;p4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 name="Google Shape;783;p46"/>
            <p:cNvGrpSpPr/>
            <p:nvPr/>
          </p:nvGrpSpPr>
          <p:grpSpPr>
            <a:xfrm>
              <a:off x="3831056" y="2816010"/>
              <a:ext cx="37378" cy="27612"/>
              <a:chOff x="3866750" y="2520350"/>
              <a:chExt cx="78475" cy="60700"/>
            </a:xfrm>
          </p:grpSpPr>
          <p:sp>
            <p:nvSpPr>
              <p:cNvPr id="784" name="Google Shape;784;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 name="Google Shape;788;p4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05" name="Google Shape;805;p4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17" name="Google Shape;817;p4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 name="Google Shape;830;p46"/>
            <p:cNvGrpSpPr/>
            <p:nvPr/>
          </p:nvGrpSpPr>
          <p:grpSpPr>
            <a:xfrm>
              <a:off x="3632736" y="3051591"/>
              <a:ext cx="63288" cy="45217"/>
              <a:chOff x="3450375" y="3038225"/>
              <a:chExt cx="132875" cy="99400"/>
            </a:xfrm>
          </p:grpSpPr>
          <p:sp>
            <p:nvSpPr>
              <p:cNvPr id="831" name="Google Shape;831;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 name="Google Shape;833;p4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42" name="Google Shape;842;p4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2" name="Google Shape;852;p4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58" name="Google Shape;858;p4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6"/>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46"/>
          <p:cNvGrpSpPr/>
          <p:nvPr/>
        </p:nvGrpSpPr>
        <p:grpSpPr>
          <a:xfrm>
            <a:off x="4725312" y="544080"/>
            <a:ext cx="3548666" cy="1964268"/>
            <a:chOff x="233350" y="949250"/>
            <a:chExt cx="7137300" cy="3802300"/>
          </a:xfrm>
        </p:grpSpPr>
        <p:sp>
          <p:nvSpPr>
            <p:cNvPr id="869" name="Google Shape;869;p4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46"/>
          <p:cNvGrpSpPr/>
          <p:nvPr/>
        </p:nvGrpSpPr>
        <p:grpSpPr>
          <a:xfrm>
            <a:off x="7726617" y="3097734"/>
            <a:ext cx="99863" cy="306916"/>
            <a:chOff x="7564426" y="3224343"/>
            <a:chExt cx="119985" cy="368801"/>
          </a:xfrm>
        </p:grpSpPr>
        <p:sp>
          <p:nvSpPr>
            <p:cNvPr id="921" name="Google Shape;921;p4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46"/>
          <p:cNvGrpSpPr/>
          <p:nvPr/>
        </p:nvGrpSpPr>
        <p:grpSpPr>
          <a:xfrm>
            <a:off x="7307879" y="3097560"/>
            <a:ext cx="170315" cy="307316"/>
            <a:chOff x="8370831" y="3202002"/>
            <a:chExt cx="218129" cy="382376"/>
          </a:xfrm>
        </p:grpSpPr>
        <p:sp>
          <p:nvSpPr>
            <p:cNvPr id="924" name="Google Shape;924;p4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46"/>
          <p:cNvGrpSpPr/>
          <p:nvPr/>
        </p:nvGrpSpPr>
        <p:grpSpPr>
          <a:xfrm>
            <a:off x="7627205" y="4023858"/>
            <a:ext cx="298688" cy="257800"/>
            <a:chOff x="6742064" y="3750480"/>
            <a:chExt cx="399315" cy="344560"/>
          </a:xfrm>
        </p:grpSpPr>
        <p:sp>
          <p:nvSpPr>
            <p:cNvPr id="927" name="Google Shape;927;p4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46"/>
          <p:cNvGrpSpPr/>
          <p:nvPr/>
        </p:nvGrpSpPr>
        <p:grpSpPr>
          <a:xfrm>
            <a:off x="8059131" y="3997448"/>
            <a:ext cx="198487" cy="309779"/>
            <a:chOff x="7248525" y="3739696"/>
            <a:chExt cx="230531" cy="359790"/>
          </a:xfrm>
        </p:grpSpPr>
        <p:sp>
          <p:nvSpPr>
            <p:cNvPr id="930" name="Google Shape;930;p4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46"/>
          <p:cNvGrpSpPr/>
          <p:nvPr/>
        </p:nvGrpSpPr>
        <p:grpSpPr>
          <a:xfrm>
            <a:off x="6933534" y="3097701"/>
            <a:ext cx="179433" cy="306927"/>
            <a:chOff x="7601242" y="3729267"/>
            <a:chExt cx="222566" cy="380803"/>
          </a:xfrm>
        </p:grpSpPr>
        <p:sp>
          <p:nvSpPr>
            <p:cNvPr id="933" name="Google Shape;933;p4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 name="Google Shape;935;p46"/>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36" name="Google Shape;936;p46"/>
          <p:cNvGrpSpPr/>
          <p:nvPr/>
        </p:nvGrpSpPr>
        <p:grpSpPr>
          <a:xfrm>
            <a:off x="7668940" y="3547538"/>
            <a:ext cx="215217" cy="306930"/>
            <a:chOff x="8304647" y="3738687"/>
            <a:chExt cx="225076" cy="320956"/>
          </a:xfrm>
        </p:grpSpPr>
        <p:sp>
          <p:nvSpPr>
            <p:cNvPr id="937" name="Google Shape;937;p4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46"/>
          <p:cNvGrpSpPr/>
          <p:nvPr/>
        </p:nvGrpSpPr>
        <p:grpSpPr>
          <a:xfrm>
            <a:off x="8059123" y="3547538"/>
            <a:ext cx="198502" cy="306930"/>
            <a:chOff x="8615101" y="3738687"/>
            <a:chExt cx="207573" cy="320956"/>
          </a:xfrm>
        </p:grpSpPr>
        <p:sp>
          <p:nvSpPr>
            <p:cNvPr id="941" name="Google Shape;941;p4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 name="Google Shape;944;p46"/>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 name="Google Shape;945;p46"/>
          <p:cNvGrpSpPr/>
          <p:nvPr/>
        </p:nvGrpSpPr>
        <p:grpSpPr>
          <a:xfrm>
            <a:off x="4746786" y="3701808"/>
            <a:ext cx="921718" cy="845049"/>
            <a:chOff x="6015419" y="3716859"/>
            <a:chExt cx="557671" cy="511283"/>
          </a:xfrm>
        </p:grpSpPr>
        <p:sp>
          <p:nvSpPr>
            <p:cNvPr id="946" name="Google Shape;946;p4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 name="Google Shape;947;p46"/>
            <p:cNvGrpSpPr/>
            <p:nvPr/>
          </p:nvGrpSpPr>
          <p:grpSpPr>
            <a:xfrm>
              <a:off x="6036094" y="3716980"/>
              <a:ext cx="529860" cy="510468"/>
              <a:chOff x="6036094" y="3716980"/>
              <a:chExt cx="529860" cy="510468"/>
            </a:xfrm>
          </p:grpSpPr>
          <p:sp>
            <p:nvSpPr>
              <p:cNvPr id="948" name="Google Shape;948;p4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 name="Google Shape;958;p46"/>
          <p:cNvGrpSpPr/>
          <p:nvPr/>
        </p:nvGrpSpPr>
        <p:grpSpPr>
          <a:xfrm>
            <a:off x="5786208" y="2709006"/>
            <a:ext cx="952512" cy="846021"/>
            <a:chOff x="6644304" y="3073628"/>
            <a:chExt cx="576302" cy="511871"/>
          </a:xfrm>
        </p:grpSpPr>
        <p:sp>
          <p:nvSpPr>
            <p:cNvPr id="959" name="Google Shape;959;p4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 name="Google Shape;960;p46"/>
            <p:cNvGrpSpPr/>
            <p:nvPr/>
          </p:nvGrpSpPr>
          <p:grpSpPr>
            <a:xfrm>
              <a:off x="6712169" y="3085440"/>
              <a:ext cx="481622" cy="494913"/>
              <a:chOff x="6712169" y="3085440"/>
              <a:chExt cx="481622" cy="494913"/>
            </a:xfrm>
          </p:grpSpPr>
          <p:sp>
            <p:nvSpPr>
              <p:cNvPr id="961" name="Google Shape;961;p4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 name="Google Shape;966;p4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46"/>
          <p:cNvGrpSpPr/>
          <p:nvPr/>
        </p:nvGrpSpPr>
        <p:grpSpPr>
          <a:xfrm>
            <a:off x="5799155" y="3701417"/>
            <a:ext cx="926610" cy="845163"/>
            <a:chOff x="6652137" y="3716623"/>
            <a:chExt cx="560631" cy="511352"/>
          </a:xfrm>
        </p:grpSpPr>
        <p:sp>
          <p:nvSpPr>
            <p:cNvPr id="970" name="Google Shape;970;p46"/>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46"/>
            <p:cNvGrpSpPr/>
            <p:nvPr/>
          </p:nvGrpSpPr>
          <p:grpSpPr>
            <a:xfrm>
              <a:off x="6669657" y="3716715"/>
              <a:ext cx="466779" cy="464290"/>
              <a:chOff x="6669657" y="3716715"/>
              <a:chExt cx="466779" cy="464290"/>
            </a:xfrm>
          </p:grpSpPr>
          <p:sp>
            <p:nvSpPr>
              <p:cNvPr id="972" name="Google Shape;972;p4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5" name="Google Shape;985;p46"/>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6"/>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 name="Google Shape;987;p46"/>
          <p:cNvGrpSpPr/>
          <p:nvPr/>
        </p:nvGrpSpPr>
        <p:grpSpPr>
          <a:xfrm>
            <a:off x="4721468" y="2713339"/>
            <a:ext cx="971633" cy="846850"/>
            <a:chOff x="6000100" y="3076250"/>
            <a:chExt cx="587871" cy="512373"/>
          </a:xfrm>
        </p:grpSpPr>
        <p:sp>
          <p:nvSpPr>
            <p:cNvPr id="988" name="Google Shape;988;p4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 name="Google Shape;989;p46"/>
            <p:cNvGrpSpPr/>
            <p:nvPr/>
          </p:nvGrpSpPr>
          <p:grpSpPr>
            <a:xfrm>
              <a:off x="6031360" y="3076713"/>
              <a:ext cx="539107" cy="480965"/>
              <a:chOff x="6031360" y="3076713"/>
              <a:chExt cx="539107" cy="480965"/>
            </a:xfrm>
          </p:grpSpPr>
          <p:sp>
            <p:nvSpPr>
              <p:cNvPr id="990" name="Google Shape;990;p4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7" name="Google Shape;997;p46"/>
          <p:cNvGrpSpPr/>
          <p:nvPr/>
        </p:nvGrpSpPr>
        <p:grpSpPr>
          <a:xfrm>
            <a:off x="870086" y="2643886"/>
            <a:ext cx="3548850" cy="1964628"/>
            <a:chOff x="238125" y="732525"/>
            <a:chExt cx="7130500" cy="4241425"/>
          </a:xfrm>
        </p:grpSpPr>
        <p:sp>
          <p:nvSpPr>
            <p:cNvPr id="998" name="Google Shape;998;p4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46"/>
          <p:cNvGrpSpPr/>
          <p:nvPr/>
        </p:nvGrpSpPr>
        <p:grpSpPr>
          <a:xfrm>
            <a:off x="7287063" y="4046391"/>
            <a:ext cx="211977" cy="211977"/>
            <a:chOff x="7810319" y="3921168"/>
            <a:chExt cx="216657" cy="216657"/>
          </a:xfrm>
        </p:grpSpPr>
        <p:grpSp>
          <p:nvGrpSpPr>
            <p:cNvPr id="1113" name="Google Shape;1113;p46"/>
            <p:cNvGrpSpPr/>
            <p:nvPr/>
          </p:nvGrpSpPr>
          <p:grpSpPr>
            <a:xfrm>
              <a:off x="7810319" y="3921168"/>
              <a:ext cx="216657" cy="216657"/>
              <a:chOff x="7592387" y="4175808"/>
              <a:chExt cx="275400" cy="275400"/>
            </a:xfrm>
          </p:grpSpPr>
          <p:sp>
            <p:nvSpPr>
              <p:cNvPr id="1114" name="Google Shape;1114;p46"/>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 name="Google Shape;1116;p46"/>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0" name="Shape 1120"/>
        <p:cNvGrpSpPr/>
        <p:nvPr/>
      </p:nvGrpSpPr>
      <p:grpSpPr>
        <a:xfrm>
          <a:off x="0" y="0"/>
          <a:ext cx="0" cy="0"/>
          <a:chOff x="0" y="0"/>
          <a:chExt cx="0" cy="0"/>
        </a:xfrm>
      </p:grpSpPr>
      <p:grpSp>
        <p:nvGrpSpPr>
          <p:cNvPr id="1121" name="Google Shape;1121;p47"/>
          <p:cNvGrpSpPr/>
          <p:nvPr/>
        </p:nvGrpSpPr>
        <p:grpSpPr>
          <a:xfrm>
            <a:off x="3415025" y="563200"/>
            <a:ext cx="1595286" cy="154800"/>
            <a:chOff x="3415025" y="563200"/>
            <a:chExt cx="1595286" cy="154800"/>
          </a:xfrm>
        </p:grpSpPr>
        <p:sp>
          <p:nvSpPr>
            <p:cNvPr id="1122" name="Google Shape;1122;p47"/>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3" name="Google Shape;1123;p47"/>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4" name="Google Shape;1124;p47"/>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5" name="Google Shape;1125;p47"/>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6" name="Google Shape;1126;p47"/>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27" name="Google Shape;1127;p47"/>
          <p:cNvGrpSpPr/>
          <p:nvPr/>
        </p:nvGrpSpPr>
        <p:grpSpPr>
          <a:xfrm>
            <a:off x="6848306" y="2172844"/>
            <a:ext cx="1572551" cy="372635"/>
            <a:chOff x="3417981" y="2143776"/>
            <a:chExt cx="1652186" cy="391506"/>
          </a:xfrm>
        </p:grpSpPr>
        <p:grpSp>
          <p:nvGrpSpPr>
            <p:cNvPr id="1128" name="Google Shape;1128;p47"/>
            <p:cNvGrpSpPr/>
            <p:nvPr/>
          </p:nvGrpSpPr>
          <p:grpSpPr>
            <a:xfrm>
              <a:off x="3417981" y="2143776"/>
              <a:ext cx="502587" cy="318177"/>
              <a:chOff x="3417981" y="2143776"/>
              <a:chExt cx="502587" cy="318177"/>
            </a:xfrm>
          </p:grpSpPr>
          <p:cxnSp>
            <p:nvCxnSpPr>
              <p:cNvPr id="1129" name="Google Shape;1129;p47"/>
              <p:cNvCxnSpPr>
                <a:endCxn id="1130"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31" name="Google Shape;1131;p47"/>
              <p:cNvCxnSpPr>
                <a:stCxn id="1132"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33" name="Google Shape;1133;p47"/>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47"/>
            <p:cNvGrpSpPr/>
            <p:nvPr/>
          </p:nvGrpSpPr>
          <p:grpSpPr>
            <a:xfrm>
              <a:off x="3890753" y="2228450"/>
              <a:ext cx="502800" cy="306832"/>
              <a:chOff x="3890753" y="2228450"/>
              <a:chExt cx="502800" cy="306832"/>
            </a:xfrm>
          </p:grpSpPr>
          <p:cxnSp>
            <p:nvCxnSpPr>
              <p:cNvPr id="1135" name="Google Shape;1135;p47"/>
              <p:cNvCxnSpPr>
                <a:stCxn id="1136" idx="6"/>
                <a:endCxn id="1137"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38" name="Google Shape;1138;p47"/>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36" name="Google Shape;1136;p47"/>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47"/>
            <p:cNvGrpSpPr/>
            <p:nvPr/>
          </p:nvGrpSpPr>
          <p:grpSpPr>
            <a:xfrm>
              <a:off x="4363849" y="2143776"/>
              <a:ext cx="502800" cy="318177"/>
              <a:chOff x="4363849" y="2143776"/>
              <a:chExt cx="502800" cy="318177"/>
            </a:xfrm>
          </p:grpSpPr>
          <p:cxnSp>
            <p:nvCxnSpPr>
              <p:cNvPr id="1140" name="Google Shape;1140;p47"/>
              <p:cNvCxnSpPr>
                <a:stCxn id="1141" idx="6"/>
                <a:endCxn id="1142"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43" name="Google Shape;1143;p47"/>
              <p:cNvCxnSpPr>
                <a:stCxn id="1137"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41" name="Google Shape;1141;p47"/>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47"/>
            <p:cNvGrpSpPr/>
            <p:nvPr/>
          </p:nvGrpSpPr>
          <p:grpSpPr>
            <a:xfrm>
              <a:off x="4836768" y="2228553"/>
              <a:ext cx="233400" cy="306563"/>
              <a:chOff x="4836768" y="2228553"/>
              <a:chExt cx="233400" cy="306563"/>
            </a:xfrm>
          </p:grpSpPr>
          <p:cxnSp>
            <p:nvCxnSpPr>
              <p:cNvPr id="1145" name="Google Shape;1145;p47"/>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146" name="Google Shape;1146;p47"/>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7" name="Google Shape;1147;p47"/>
          <p:cNvGrpSpPr/>
          <p:nvPr/>
        </p:nvGrpSpPr>
        <p:grpSpPr>
          <a:xfrm>
            <a:off x="6838789" y="1191994"/>
            <a:ext cx="1581844" cy="732818"/>
            <a:chOff x="634175" y="2986275"/>
            <a:chExt cx="3147949" cy="1458344"/>
          </a:xfrm>
        </p:grpSpPr>
        <p:cxnSp>
          <p:nvCxnSpPr>
            <p:cNvPr id="1148" name="Google Shape;1148;p47"/>
            <p:cNvCxnSpPr>
              <a:stCxn id="1149" idx="4"/>
              <a:endCxn id="1150"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151" name="Google Shape;1151;p47"/>
            <p:cNvCxnSpPr>
              <a:stCxn id="1150" idx="0"/>
              <a:endCxn id="1152"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153" name="Google Shape;1153;p47"/>
            <p:cNvCxnSpPr>
              <a:stCxn id="1152" idx="4"/>
              <a:endCxn id="1154"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155" name="Google Shape;1155;p47"/>
            <p:cNvCxnSpPr>
              <a:stCxn id="1154" idx="0"/>
              <a:endCxn id="1156"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156" name="Google Shape;1156;p47"/>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2" name="Google Shape;1152;p47"/>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9" name="Google Shape;1149;p47"/>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4" name="Google Shape;1154;p47"/>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0" name="Google Shape;1150;p47"/>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57" name="Google Shape;1157;p47"/>
          <p:cNvGrpSpPr/>
          <p:nvPr/>
        </p:nvGrpSpPr>
        <p:grpSpPr>
          <a:xfrm>
            <a:off x="5238046" y="537481"/>
            <a:ext cx="1415678" cy="2044436"/>
            <a:chOff x="5267818" y="537481"/>
            <a:chExt cx="1415678" cy="2044436"/>
          </a:xfrm>
        </p:grpSpPr>
        <p:sp>
          <p:nvSpPr>
            <p:cNvPr id="1158" name="Google Shape;1158;p47"/>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 name="Google Shape;1161;p47"/>
            <p:cNvCxnSpPr>
              <a:stCxn id="1158" idx="6"/>
              <a:endCxn id="1159"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162" name="Google Shape;1162;p47"/>
            <p:cNvCxnSpPr>
              <a:stCxn id="1159" idx="4"/>
              <a:endCxn id="1163"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164" name="Google Shape;1164;p47"/>
            <p:cNvCxnSpPr>
              <a:stCxn id="1163" idx="6"/>
              <a:endCxn id="1160"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165" name="Google Shape;1165;p47"/>
            <p:cNvCxnSpPr>
              <a:stCxn id="1160" idx="4"/>
              <a:endCxn id="1166"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163" name="Google Shape;1163;p47"/>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8" name="Google Shape;1168;p47"/>
            <p:cNvCxnSpPr>
              <a:endCxn id="1167"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169" name="Google Shape;1169;p47"/>
          <p:cNvGrpSpPr/>
          <p:nvPr/>
        </p:nvGrpSpPr>
        <p:grpSpPr>
          <a:xfrm>
            <a:off x="5238286" y="2931807"/>
            <a:ext cx="1415438" cy="653529"/>
            <a:chOff x="1187400" y="2464355"/>
            <a:chExt cx="6769193" cy="2306846"/>
          </a:xfrm>
        </p:grpSpPr>
        <p:sp>
          <p:nvSpPr>
            <p:cNvPr id="1170" name="Google Shape;1170;p47"/>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71" name="Google Shape;1171;p47"/>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2" name="Google Shape;1172;p47"/>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3" name="Google Shape;1173;p47"/>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4" name="Google Shape;1174;p47"/>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5" name="Google Shape;1175;p47"/>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6" name="Google Shape;1176;p47"/>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77" name="Google Shape;1177;p47"/>
            <p:cNvCxnSpPr>
              <a:stCxn id="1170" idx="2"/>
              <a:endCxn id="1171"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78" name="Google Shape;1178;p47"/>
            <p:cNvCxnSpPr>
              <a:stCxn id="1172" idx="0"/>
              <a:endCxn id="1170"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79" name="Google Shape;1179;p47"/>
            <p:cNvCxnSpPr>
              <a:stCxn id="1172" idx="2"/>
              <a:endCxn id="1174"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0" name="Google Shape;1180;p47"/>
            <p:cNvCxnSpPr>
              <a:stCxn id="1173" idx="0"/>
              <a:endCxn id="1172"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1" name="Google Shape;1181;p47"/>
            <p:cNvCxnSpPr>
              <a:stCxn id="1171" idx="2"/>
              <a:endCxn id="1176"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2" name="Google Shape;1182;p47"/>
            <p:cNvCxnSpPr>
              <a:stCxn id="1175" idx="0"/>
              <a:endCxn id="1171"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183" name="Google Shape;1183;p47"/>
          <p:cNvGrpSpPr/>
          <p:nvPr/>
        </p:nvGrpSpPr>
        <p:grpSpPr>
          <a:xfrm>
            <a:off x="722344" y="537474"/>
            <a:ext cx="2507605" cy="206262"/>
            <a:chOff x="725394" y="969857"/>
            <a:chExt cx="2507605" cy="206262"/>
          </a:xfrm>
        </p:grpSpPr>
        <p:grpSp>
          <p:nvGrpSpPr>
            <p:cNvPr id="1184" name="Google Shape;1184;p47"/>
            <p:cNvGrpSpPr/>
            <p:nvPr/>
          </p:nvGrpSpPr>
          <p:grpSpPr>
            <a:xfrm>
              <a:off x="725394" y="969857"/>
              <a:ext cx="609022" cy="123212"/>
              <a:chOff x="881025" y="2800065"/>
              <a:chExt cx="2009975" cy="412910"/>
            </a:xfrm>
          </p:grpSpPr>
          <p:sp>
            <p:nvSpPr>
              <p:cNvPr id="1185" name="Google Shape;1185;p47"/>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 name="Google Shape;1186;p47"/>
              <p:cNvGrpSpPr/>
              <p:nvPr/>
            </p:nvGrpSpPr>
            <p:grpSpPr>
              <a:xfrm>
                <a:off x="881025" y="2800065"/>
                <a:ext cx="92400" cy="346200"/>
                <a:chOff x="845575" y="2563700"/>
                <a:chExt cx="92400" cy="346200"/>
              </a:xfrm>
            </p:grpSpPr>
            <p:cxnSp>
              <p:nvCxnSpPr>
                <p:cNvPr id="1187" name="Google Shape;1187;p47"/>
                <p:cNvCxnSpPr>
                  <a:stCxn id="1188" idx="4"/>
                  <a:endCxn id="1185"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188" name="Google Shape;1188;p47"/>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 name="Google Shape;1189;p47"/>
            <p:cNvGrpSpPr/>
            <p:nvPr/>
          </p:nvGrpSpPr>
          <p:grpSpPr>
            <a:xfrm>
              <a:off x="1321712" y="1053233"/>
              <a:ext cx="606085" cy="122886"/>
              <a:chOff x="2849073" y="3079475"/>
              <a:chExt cx="2000279" cy="411817"/>
            </a:xfrm>
          </p:grpSpPr>
          <p:sp>
            <p:nvSpPr>
              <p:cNvPr id="1190" name="Google Shape;1190;p47"/>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 name="Google Shape;1191;p47"/>
              <p:cNvGrpSpPr/>
              <p:nvPr/>
            </p:nvGrpSpPr>
            <p:grpSpPr>
              <a:xfrm rot="10800000">
                <a:off x="2849073" y="3146292"/>
                <a:ext cx="92400" cy="345000"/>
                <a:chOff x="2070100" y="2563700"/>
                <a:chExt cx="92400" cy="345000"/>
              </a:xfrm>
            </p:grpSpPr>
            <p:cxnSp>
              <p:nvCxnSpPr>
                <p:cNvPr id="1192" name="Google Shape;1192;p47"/>
                <p:cNvCxnSpPr>
                  <a:stCxn id="1193" idx="4"/>
                  <a:endCxn id="1190"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193" name="Google Shape;1193;p47"/>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 name="Google Shape;1194;p47"/>
            <p:cNvGrpSpPr/>
            <p:nvPr/>
          </p:nvGrpSpPr>
          <p:grpSpPr>
            <a:xfrm>
              <a:off x="1915363" y="969857"/>
              <a:ext cx="605814" cy="123212"/>
              <a:chOff x="4808316" y="2800065"/>
              <a:chExt cx="1999386" cy="412910"/>
            </a:xfrm>
          </p:grpSpPr>
          <p:sp>
            <p:nvSpPr>
              <p:cNvPr id="1195" name="Google Shape;1195;p47"/>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 name="Google Shape;1196;p47"/>
              <p:cNvGrpSpPr/>
              <p:nvPr/>
            </p:nvGrpSpPr>
            <p:grpSpPr>
              <a:xfrm>
                <a:off x="4808316" y="2800065"/>
                <a:ext cx="92400" cy="346200"/>
                <a:chOff x="845575" y="2563700"/>
                <a:chExt cx="92400" cy="346200"/>
              </a:xfrm>
            </p:grpSpPr>
            <p:cxnSp>
              <p:nvCxnSpPr>
                <p:cNvPr id="1197" name="Google Shape;1197;p47"/>
                <p:cNvCxnSpPr>
                  <a:stCxn id="1198" idx="4"/>
                  <a:endCxn id="1190"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198" name="Google Shape;1198;p47"/>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9" name="Google Shape;1199;p47"/>
            <p:cNvGrpSpPr/>
            <p:nvPr/>
          </p:nvGrpSpPr>
          <p:grpSpPr>
            <a:xfrm>
              <a:off x="2506734" y="1053233"/>
              <a:ext cx="726265" cy="122886"/>
              <a:chOff x="6760035" y="3079475"/>
              <a:chExt cx="2396914" cy="411817"/>
            </a:xfrm>
          </p:grpSpPr>
          <p:sp>
            <p:nvSpPr>
              <p:cNvPr id="1200" name="Google Shape;1200;p47"/>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 name="Google Shape;1201;p47"/>
              <p:cNvGrpSpPr/>
              <p:nvPr/>
            </p:nvGrpSpPr>
            <p:grpSpPr>
              <a:xfrm rot="10800000">
                <a:off x="6760035" y="3146292"/>
                <a:ext cx="92400" cy="345000"/>
                <a:chOff x="2070100" y="2563700"/>
                <a:chExt cx="92400" cy="345000"/>
              </a:xfrm>
            </p:grpSpPr>
            <p:cxnSp>
              <p:nvCxnSpPr>
                <p:cNvPr id="1202" name="Google Shape;1202;p47"/>
                <p:cNvCxnSpPr>
                  <a:stCxn id="1203" idx="4"/>
                  <a:endCxn id="1200"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03" name="Google Shape;1203;p47"/>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04" name="Google Shape;1204;p47"/>
          <p:cNvGrpSpPr/>
          <p:nvPr/>
        </p:nvGrpSpPr>
        <p:grpSpPr>
          <a:xfrm>
            <a:off x="721175" y="1053226"/>
            <a:ext cx="1086848" cy="754219"/>
            <a:chOff x="724225" y="1019530"/>
            <a:chExt cx="1086848" cy="754219"/>
          </a:xfrm>
        </p:grpSpPr>
        <p:sp>
          <p:nvSpPr>
            <p:cNvPr id="1205" name="Google Shape;1205;p47"/>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6" name="Google Shape;1206;p47"/>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7" name="Google Shape;1207;p47"/>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8" name="Google Shape;1208;p47"/>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9" name="Google Shape;1209;p47"/>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0" name="Google Shape;1210;p47"/>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1" name="Google Shape;1211;p47"/>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2" name="Google Shape;1212;p47"/>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3" name="Google Shape;1213;p47"/>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4" name="Google Shape;1214;p47"/>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5" name="Google Shape;1215;p47"/>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16" name="Google Shape;1216;p47"/>
            <p:cNvCxnSpPr>
              <a:stCxn id="1211" idx="6"/>
              <a:endCxn id="1217"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18" name="Google Shape;1218;p47"/>
            <p:cNvCxnSpPr>
              <a:stCxn id="1211" idx="6"/>
              <a:endCxn id="1219"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19" name="Google Shape;1219;p47"/>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7" name="Google Shape;1217;p47"/>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20" name="Google Shape;1220;p47"/>
            <p:cNvCxnSpPr>
              <a:stCxn id="1210" idx="6"/>
              <a:endCxn id="1212"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1" name="Google Shape;1221;p47"/>
            <p:cNvCxnSpPr>
              <a:stCxn id="1210" idx="6"/>
              <a:endCxn id="1213"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2" name="Google Shape;1222;p47"/>
            <p:cNvCxnSpPr>
              <a:stCxn id="1209" idx="6"/>
              <a:endCxn id="1214"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3" name="Google Shape;1223;p47"/>
            <p:cNvCxnSpPr>
              <a:stCxn id="1209" idx="6"/>
              <a:endCxn id="1215"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24" name="Google Shape;1224;p47"/>
          <p:cNvGrpSpPr/>
          <p:nvPr/>
        </p:nvGrpSpPr>
        <p:grpSpPr>
          <a:xfrm>
            <a:off x="2140050" y="1054267"/>
            <a:ext cx="1086848" cy="752138"/>
            <a:chOff x="2143100" y="1328013"/>
            <a:chExt cx="1086848" cy="752138"/>
          </a:xfrm>
        </p:grpSpPr>
        <p:sp>
          <p:nvSpPr>
            <p:cNvPr id="1225" name="Google Shape;1225;p47"/>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6" name="Google Shape;1226;p47"/>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7" name="Google Shape;1227;p47"/>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8" name="Google Shape;1228;p47"/>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9" name="Google Shape;1229;p47"/>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0" name="Google Shape;1230;p47"/>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1" name="Google Shape;1231;p47"/>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33" name="Google Shape;1233;p47"/>
            <p:cNvCxnSpPr>
              <a:stCxn id="1232" idx="0"/>
              <a:endCxn id="1230"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34" name="Google Shape;1234;p47"/>
            <p:cNvCxnSpPr>
              <a:stCxn id="1232" idx="4"/>
              <a:endCxn id="1229"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35" name="Google Shape;1235;p47"/>
            <p:cNvCxnSpPr>
              <a:stCxn id="1229" idx="6"/>
              <a:endCxn id="1228"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6" name="Google Shape;1236;p47"/>
            <p:cNvCxnSpPr>
              <a:stCxn id="1229" idx="6"/>
              <a:endCxn id="1227"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7" name="Google Shape;1237;p47"/>
            <p:cNvCxnSpPr>
              <a:stCxn id="1230" idx="6"/>
              <a:endCxn id="1226"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8" name="Google Shape;1238;p47"/>
            <p:cNvCxnSpPr>
              <a:stCxn id="1230" idx="6"/>
              <a:endCxn id="1225"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39" name="Google Shape;1239;p47"/>
          <p:cNvGrpSpPr/>
          <p:nvPr/>
        </p:nvGrpSpPr>
        <p:grpSpPr>
          <a:xfrm>
            <a:off x="3448271" y="1051252"/>
            <a:ext cx="1572470" cy="758168"/>
            <a:chOff x="3406121" y="972084"/>
            <a:chExt cx="1572470" cy="758168"/>
          </a:xfrm>
        </p:grpSpPr>
        <p:grpSp>
          <p:nvGrpSpPr>
            <p:cNvPr id="1240" name="Google Shape;1240;p47"/>
            <p:cNvGrpSpPr/>
            <p:nvPr/>
          </p:nvGrpSpPr>
          <p:grpSpPr>
            <a:xfrm>
              <a:off x="3406121" y="972084"/>
              <a:ext cx="408247" cy="496945"/>
              <a:chOff x="3406121" y="1290134"/>
              <a:chExt cx="408247" cy="496945"/>
            </a:xfrm>
          </p:grpSpPr>
          <p:cxnSp>
            <p:nvCxnSpPr>
              <p:cNvPr id="1241" name="Google Shape;1241;p47"/>
              <p:cNvCxnSpPr>
                <a:stCxn id="1242" idx="6"/>
                <a:endCxn id="1243"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44" name="Google Shape;1244;p47"/>
              <p:cNvCxnSpPr>
                <a:stCxn id="1242" idx="0"/>
                <a:endCxn id="1245"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245" name="Google Shape;1245;p47"/>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46" name="Google Shape;1246;p47"/>
            <p:cNvCxnSpPr>
              <a:stCxn id="1247" idx="1"/>
              <a:endCxn id="1248"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249" name="Google Shape;1249;p47"/>
            <p:cNvGrpSpPr/>
            <p:nvPr/>
          </p:nvGrpSpPr>
          <p:grpSpPr>
            <a:xfrm>
              <a:off x="3793478" y="1267428"/>
              <a:ext cx="408275" cy="462823"/>
              <a:chOff x="3793478" y="1585478"/>
              <a:chExt cx="408275" cy="462823"/>
            </a:xfrm>
          </p:grpSpPr>
          <p:cxnSp>
            <p:nvCxnSpPr>
              <p:cNvPr id="1250" name="Google Shape;1250;p47"/>
              <p:cNvCxnSpPr>
                <a:stCxn id="1251" idx="1"/>
                <a:endCxn id="1243"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251" name="Google Shape;1251;p47"/>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2" name="Google Shape;1252;p47"/>
              <p:cNvCxnSpPr>
                <a:stCxn id="1243" idx="6"/>
                <a:endCxn id="1253"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254" name="Google Shape;1254;p47"/>
            <p:cNvGrpSpPr/>
            <p:nvPr/>
          </p:nvGrpSpPr>
          <p:grpSpPr>
            <a:xfrm>
              <a:off x="4180835" y="972084"/>
              <a:ext cx="408283" cy="496945"/>
              <a:chOff x="4180835" y="1290134"/>
              <a:chExt cx="408283" cy="496945"/>
            </a:xfrm>
          </p:grpSpPr>
          <p:cxnSp>
            <p:nvCxnSpPr>
              <p:cNvPr id="1255" name="Google Shape;1255;p47"/>
              <p:cNvCxnSpPr>
                <a:stCxn id="1253" idx="0"/>
                <a:endCxn id="1256"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256" name="Google Shape;1256;p47"/>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7" name="Google Shape;1257;p47"/>
              <p:cNvCxnSpPr>
                <a:stCxn id="1253" idx="6"/>
                <a:endCxn id="1248"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258" name="Google Shape;1258;p47"/>
            <p:cNvGrpSpPr/>
            <p:nvPr/>
          </p:nvGrpSpPr>
          <p:grpSpPr>
            <a:xfrm>
              <a:off x="4568191" y="1267428"/>
              <a:ext cx="410400" cy="446448"/>
              <a:chOff x="4568191" y="1585478"/>
              <a:chExt cx="410400" cy="446448"/>
            </a:xfrm>
          </p:grpSpPr>
          <p:sp>
            <p:nvSpPr>
              <p:cNvPr id="1247" name="Google Shape;1247;p47"/>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9" name="Google Shape;1259;p47"/>
              <p:cNvCxnSpPr>
                <a:stCxn id="1248"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260" name="Google Shape;1260;p47"/>
          <p:cNvGrpSpPr/>
          <p:nvPr/>
        </p:nvGrpSpPr>
        <p:grpSpPr>
          <a:xfrm>
            <a:off x="6848925" y="563127"/>
            <a:ext cx="1581844" cy="380835"/>
            <a:chOff x="6848925" y="1387771"/>
            <a:chExt cx="1581844" cy="380835"/>
          </a:xfrm>
        </p:grpSpPr>
        <p:sp>
          <p:nvSpPr>
            <p:cNvPr id="1261" name="Google Shape;1261;p47"/>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2" name="Google Shape;1262;p47"/>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3" name="Google Shape;1263;p47"/>
            <p:cNvCxnSpPr>
              <a:stCxn id="1261" idx="0"/>
              <a:endCxn id="1262"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264" name="Google Shape;1264;p47"/>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5" name="Google Shape;1265;p47"/>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6" name="Google Shape;1266;p47"/>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7" name="Google Shape;1267;p47"/>
            <p:cNvCxnSpPr>
              <a:stCxn id="1262" idx="0"/>
              <a:endCxn id="1264"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268" name="Google Shape;1268;p47"/>
            <p:cNvCxnSpPr>
              <a:stCxn id="1264" idx="0"/>
              <a:endCxn id="1266"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269" name="Google Shape;1269;p47"/>
            <p:cNvCxnSpPr>
              <a:stCxn id="1266" idx="0"/>
              <a:endCxn id="1265"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270" name="Google Shape;1270;p47"/>
          <p:cNvGrpSpPr/>
          <p:nvPr/>
        </p:nvGrpSpPr>
        <p:grpSpPr>
          <a:xfrm>
            <a:off x="3465691" y="2116927"/>
            <a:ext cx="1572426" cy="1468410"/>
            <a:chOff x="2219300" y="2070193"/>
            <a:chExt cx="1009000" cy="942255"/>
          </a:xfrm>
        </p:grpSpPr>
        <p:sp>
          <p:nvSpPr>
            <p:cNvPr id="1271" name="Google Shape;1271;p47"/>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2" name="Google Shape;1272;p47"/>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3" name="Google Shape;1273;p47"/>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4" name="Google Shape;1274;p47"/>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5" name="Google Shape;1275;p47"/>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6" name="Google Shape;1276;p47"/>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7" name="Google Shape;1277;p47"/>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8" name="Google Shape;1278;p47"/>
            <p:cNvCxnSpPr>
              <a:stCxn id="1275" idx="0"/>
              <a:endCxn id="1271"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79" name="Google Shape;1279;p47"/>
            <p:cNvCxnSpPr>
              <a:stCxn id="1276" idx="0"/>
              <a:endCxn id="1271"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0" name="Google Shape;1280;p47"/>
            <p:cNvCxnSpPr>
              <a:stCxn id="1277" idx="0"/>
              <a:endCxn id="1271"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1" name="Google Shape;1281;p47"/>
            <p:cNvCxnSpPr>
              <a:stCxn id="1272" idx="2"/>
              <a:endCxn id="1271"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2" name="Google Shape;1282;p47"/>
            <p:cNvCxnSpPr>
              <a:stCxn id="1273" idx="2"/>
              <a:endCxn id="1271"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3" name="Google Shape;1283;p47"/>
            <p:cNvCxnSpPr>
              <a:stCxn id="1274" idx="2"/>
              <a:endCxn id="1271"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284" name="Google Shape;1284;p47"/>
          <p:cNvGrpSpPr/>
          <p:nvPr/>
        </p:nvGrpSpPr>
        <p:grpSpPr>
          <a:xfrm>
            <a:off x="6833476" y="2793506"/>
            <a:ext cx="1592486" cy="250093"/>
            <a:chOff x="6833476" y="2830651"/>
            <a:chExt cx="1592486" cy="250093"/>
          </a:xfrm>
        </p:grpSpPr>
        <p:sp>
          <p:nvSpPr>
            <p:cNvPr id="1285" name="Google Shape;1285;p47"/>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9" name="Google Shape;1289;p47"/>
            <p:cNvCxnSpPr>
              <a:stCxn id="1285" idx="6"/>
              <a:endCxn id="1286"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290" name="Google Shape;1290;p47"/>
            <p:cNvCxnSpPr>
              <a:stCxn id="1286" idx="6"/>
              <a:endCxn id="1287"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291" name="Google Shape;1291;p47"/>
            <p:cNvCxnSpPr>
              <a:stCxn id="1287" idx="6"/>
              <a:endCxn id="1288"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292" name="Google Shape;1292;p47"/>
          <p:cNvGrpSpPr/>
          <p:nvPr/>
        </p:nvGrpSpPr>
        <p:grpSpPr>
          <a:xfrm>
            <a:off x="722334" y="2116997"/>
            <a:ext cx="2507630" cy="1468266"/>
            <a:chOff x="722459" y="2026426"/>
            <a:chExt cx="2507630" cy="1468266"/>
          </a:xfrm>
        </p:grpSpPr>
        <p:sp>
          <p:nvSpPr>
            <p:cNvPr id="1293" name="Google Shape;1293;p47"/>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294" name="Google Shape;1294;p47"/>
            <p:cNvGrpSpPr/>
            <p:nvPr/>
          </p:nvGrpSpPr>
          <p:grpSpPr>
            <a:xfrm>
              <a:off x="1729857" y="2506271"/>
              <a:ext cx="488119" cy="508407"/>
              <a:chOff x="-165066" y="3843615"/>
              <a:chExt cx="221259" cy="230455"/>
            </a:xfrm>
          </p:grpSpPr>
          <p:sp>
            <p:nvSpPr>
              <p:cNvPr id="1295" name="Google Shape;1295;p4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 name="Google Shape;1315;p47"/>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6" name="Google Shape;1316;p47"/>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7" name="Google Shape;1317;p47"/>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8" name="Google Shape;1318;p47"/>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9" name="Google Shape;1319;p47"/>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0" name="Google Shape;1320;p47"/>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1" name="Google Shape;1321;p47"/>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2" name="Google Shape;1322;p47"/>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3" name="Google Shape;1323;p47"/>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4" name="Google Shape;1324;p47"/>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5" name="Google Shape;1325;p47"/>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6" name="Google Shape;1326;p47"/>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7" name="Google Shape;1327;p47"/>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8" name="Google Shape;1328;p47"/>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29" name="Google Shape;1329;p47"/>
            <p:cNvCxnSpPr>
              <a:stCxn id="1315" idx="3"/>
              <a:endCxn id="1319"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30" name="Google Shape;1330;p47"/>
            <p:cNvCxnSpPr>
              <a:stCxn id="1321" idx="0"/>
              <a:endCxn id="1325"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31" name="Google Shape;1331;p47"/>
            <p:cNvCxnSpPr>
              <a:stCxn id="1323" idx="2"/>
              <a:endCxn id="1318"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2" name="Google Shape;1332;p47"/>
            <p:cNvCxnSpPr>
              <a:stCxn id="1323" idx="2"/>
              <a:endCxn id="1317"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3" name="Google Shape;1333;p47"/>
            <p:cNvCxnSpPr>
              <a:stCxn id="1320" idx="4"/>
              <a:endCxn id="1316"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34" name="Google Shape;1334;p47"/>
            <p:cNvCxnSpPr>
              <a:stCxn id="1324" idx="6"/>
              <a:endCxn id="1328"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35" name="Google Shape;1335;p47"/>
            <p:cNvCxnSpPr>
              <a:stCxn id="1324" idx="6"/>
              <a:endCxn id="1327"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36" name="Google Shape;1336;p47"/>
            <p:cNvCxnSpPr>
              <a:stCxn id="1322" idx="4"/>
              <a:endCxn id="1326"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37" name="Google Shape;1337;p47"/>
            <p:cNvCxnSpPr>
              <a:stCxn id="1315"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38" name="Google Shape;1338;p47"/>
            <p:cNvCxnSpPr>
              <a:stCxn id="1318"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39" name="Google Shape;1339;p47"/>
            <p:cNvCxnSpPr>
              <a:stCxn id="1317"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40" name="Google Shape;1340;p47"/>
            <p:cNvCxnSpPr>
              <a:stCxn id="1316"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41" name="Google Shape;1341;p47"/>
            <p:cNvCxnSpPr>
              <a:stCxn id="1326"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42" name="Google Shape;1342;p47"/>
            <p:cNvCxnSpPr>
              <a:stCxn id="1327"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3" name="Google Shape;1343;p47"/>
            <p:cNvCxnSpPr>
              <a:stCxn id="1328"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4" name="Google Shape;1344;p47"/>
            <p:cNvCxnSpPr>
              <a:stCxn id="1325"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345" name="Google Shape;1345;p47"/>
          <p:cNvGrpSpPr/>
          <p:nvPr/>
        </p:nvGrpSpPr>
        <p:grpSpPr>
          <a:xfrm>
            <a:off x="6833413" y="3291630"/>
            <a:ext cx="1592347" cy="1317003"/>
            <a:chOff x="6833413" y="3291630"/>
            <a:chExt cx="1592347" cy="1317003"/>
          </a:xfrm>
        </p:grpSpPr>
        <p:cxnSp>
          <p:nvCxnSpPr>
            <p:cNvPr id="1346" name="Google Shape;1346;p47"/>
            <p:cNvCxnSpPr>
              <a:stCxn id="1347" idx="4"/>
              <a:endCxn id="1348"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349" name="Google Shape;1349;p47"/>
            <p:cNvCxnSpPr>
              <a:stCxn id="1348" idx="2"/>
              <a:endCxn id="1350"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351" name="Google Shape;1351;p47"/>
            <p:cNvCxnSpPr>
              <a:stCxn id="1350" idx="1"/>
              <a:endCxn id="1352"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353" name="Google Shape;1353;p47"/>
            <p:cNvCxnSpPr>
              <a:stCxn id="1352" idx="2"/>
              <a:endCxn id="1354"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355" name="Google Shape;1355;p47"/>
            <p:cNvCxnSpPr>
              <a:stCxn id="1347"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356" name="Google Shape;1356;p47"/>
            <p:cNvCxnSpPr>
              <a:stCxn id="1354"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357" name="Google Shape;1357;p47"/>
            <p:cNvGrpSpPr/>
            <p:nvPr/>
          </p:nvGrpSpPr>
          <p:grpSpPr>
            <a:xfrm>
              <a:off x="7800041" y="3291630"/>
              <a:ext cx="131619" cy="323322"/>
              <a:chOff x="7779692" y="3248738"/>
              <a:chExt cx="135900" cy="333838"/>
            </a:xfrm>
          </p:grpSpPr>
          <p:sp>
            <p:nvSpPr>
              <p:cNvPr id="1347" name="Google Shape;1347;p47"/>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8" name="Google Shape;1358;p47"/>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59" name="Google Shape;1359;p47"/>
            <p:cNvGrpSpPr/>
            <p:nvPr/>
          </p:nvGrpSpPr>
          <p:grpSpPr>
            <a:xfrm>
              <a:off x="8110878" y="3703808"/>
              <a:ext cx="314266" cy="131619"/>
              <a:chOff x="8100638" y="3674321"/>
              <a:chExt cx="324487" cy="135900"/>
            </a:xfrm>
          </p:grpSpPr>
          <p:sp>
            <p:nvSpPr>
              <p:cNvPr id="1348" name="Google Shape;1348;p47"/>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0" name="Google Shape;1360;p47"/>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1" name="Google Shape;1361;p47"/>
              <p:cNvCxnSpPr>
                <a:stCxn id="1360" idx="6"/>
                <a:endCxn id="1348"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362" name="Google Shape;1362;p47"/>
            <p:cNvCxnSpPr>
              <a:stCxn id="1358" idx="4"/>
              <a:endCxn id="1347"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363" name="Google Shape;1363;p47"/>
            <p:cNvGrpSpPr/>
            <p:nvPr/>
          </p:nvGrpSpPr>
          <p:grpSpPr>
            <a:xfrm>
              <a:off x="6833413" y="4141209"/>
              <a:ext cx="311850" cy="131619"/>
              <a:chOff x="6781625" y="4125949"/>
              <a:chExt cx="321993" cy="135900"/>
            </a:xfrm>
          </p:grpSpPr>
          <p:sp>
            <p:nvSpPr>
              <p:cNvPr id="1352" name="Google Shape;1352;p47"/>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4" name="Google Shape;1364;p47"/>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5" name="Google Shape;1365;p47"/>
              <p:cNvCxnSpPr>
                <a:stCxn id="1364" idx="2"/>
                <a:endCxn id="1352"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366" name="Google Shape;1366;p47"/>
            <p:cNvGrpSpPr/>
            <p:nvPr/>
          </p:nvGrpSpPr>
          <p:grpSpPr>
            <a:xfrm>
              <a:off x="7326896" y="3795891"/>
              <a:ext cx="131619" cy="315901"/>
              <a:chOff x="7291158" y="3769400"/>
              <a:chExt cx="135900" cy="326176"/>
            </a:xfrm>
          </p:grpSpPr>
          <p:sp>
            <p:nvSpPr>
              <p:cNvPr id="1350" name="Google Shape;1350;p47"/>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7" name="Google Shape;1367;p47"/>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8" name="Google Shape;1368;p47"/>
              <p:cNvCxnSpPr>
                <a:stCxn id="1367" idx="4"/>
                <a:endCxn id="1350"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369" name="Google Shape;1369;p47"/>
            <p:cNvGrpSpPr/>
            <p:nvPr/>
          </p:nvGrpSpPr>
          <p:grpSpPr>
            <a:xfrm>
              <a:off x="7800041" y="4285069"/>
              <a:ext cx="131619" cy="323564"/>
              <a:chOff x="7779692" y="4274488"/>
              <a:chExt cx="135900" cy="334088"/>
            </a:xfrm>
          </p:grpSpPr>
          <p:sp>
            <p:nvSpPr>
              <p:cNvPr id="1354" name="Google Shape;1354;p47"/>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0" name="Google Shape;1370;p47"/>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1" name="Google Shape;1371;p47"/>
              <p:cNvCxnSpPr>
                <a:stCxn id="1370" idx="4"/>
                <a:endCxn id="1354"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72" name="Google Shape;1372;p47"/>
          <p:cNvGrpSpPr/>
          <p:nvPr/>
        </p:nvGrpSpPr>
        <p:grpSpPr>
          <a:xfrm>
            <a:off x="713193" y="3716026"/>
            <a:ext cx="1944428" cy="892553"/>
            <a:chOff x="713193" y="3675176"/>
            <a:chExt cx="1944428" cy="892553"/>
          </a:xfrm>
        </p:grpSpPr>
        <p:grpSp>
          <p:nvGrpSpPr>
            <p:cNvPr id="1373" name="Google Shape;1373;p47"/>
            <p:cNvGrpSpPr/>
            <p:nvPr/>
          </p:nvGrpSpPr>
          <p:grpSpPr>
            <a:xfrm>
              <a:off x="713193" y="3903673"/>
              <a:ext cx="377379" cy="664057"/>
              <a:chOff x="713180" y="3914338"/>
              <a:chExt cx="394500" cy="694257"/>
            </a:xfrm>
          </p:grpSpPr>
          <p:sp>
            <p:nvSpPr>
              <p:cNvPr id="1374" name="Google Shape;1374;p47"/>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5" name="Google Shape;1375;p47"/>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6" name="Google Shape;1376;p47"/>
              <p:cNvCxnSpPr>
                <a:stCxn id="1374" idx="0"/>
                <a:endCxn id="1375"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377" name="Google Shape;1377;p47"/>
            <p:cNvGrpSpPr/>
            <p:nvPr/>
          </p:nvGrpSpPr>
          <p:grpSpPr>
            <a:xfrm>
              <a:off x="1104955" y="3675176"/>
              <a:ext cx="377379" cy="664087"/>
              <a:chOff x="1122716" y="3675450"/>
              <a:chExt cx="394500" cy="694288"/>
            </a:xfrm>
          </p:grpSpPr>
          <p:sp>
            <p:nvSpPr>
              <p:cNvPr id="1378" name="Google Shape;1378;p47"/>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9" name="Google Shape;1379;p47"/>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0" name="Google Shape;1380;p47"/>
              <p:cNvCxnSpPr>
                <a:stCxn id="1378" idx="3"/>
                <a:endCxn id="1379"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381" name="Google Shape;1381;p47"/>
            <p:cNvGrpSpPr/>
            <p:nvPr/>
          </p:nvGrpSpPr>
          <p:grpSpPr>
            <a:xfrm>
              <a:off x="1496718" y="3903673"/>
              <a:ext cx="377379" cy="664057"/>
              <a:chOff x="1532253" y="3914338"/>
              <a:chExt cx="394500" cy="694257"/>
            </a:xfrm>
          </p:grpSpPr>
          <p:sp>
            <p:nvSpPr>
              <p:cNvPr id="1382" name="Google Shape;1382;p47"/>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3" name="Google Shape;1383;p47"/>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4" name="Google Shape;1384;p47"/>
              <p:cNvCxnSpPr>
                <a:stCxn id="1382" idx="0"/>
                <a:endCxn id="1383"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385" name="Google Shape;1385;p47"/>
            <p:cNvGrpSpPr/>
            <p:nvPr/>
          </p:nvGrpSpPr>
          <p:grpSpPr>
            <a:xfrm>
              <a:off x="1888480" y="3675176"/>
              <a:ext cx="377379" cy="664087"/>
              <a:chOff x="1941789" y="3675450"/>
              <a:chExt cx="394500" cy="694288"/>
            </a:xfrm>
          </p:grpSpPr>
          <p:sp>
            <p:nvSpPr>
              <p:cNvPr id="1386" name="Google Shape;1386;p47"/>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7" name="Google Shape;1387;p47"/>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8" name="Google Shape;1388;p47"/>
              <p:cNvCxnSpPr>
                <a:stCxn id="1386" idx="3"/>
                <a:endCxn id="1387"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389" name="Google Shape;1389;p47"/>
            <p:cNvGrpSpPr/>
            <p:nvPr/>
          </p:nvGrpSpPr>
          <p:grpSpPr>
            <a:xfrm>
              <a:off x="2280242" y="3903673"/>
              <a:ext cx="377379" cy="664057"/>
              <a:chOff x="2351325" y="3914338"/>
              <a:chExt cx="394500" cy="694257"/>
            </a:xfrm>
          </p:grpSpPr>
          <p:sp>
            <p:nvSpPr>
              <p:cNvPr id="1390" name="Google Shape;1390;p47"/>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1" name="Google Shape;1391;p47"/>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2" name="Google Shape;1392;p47"/>
              <p:cNvCxnSpPr>
                <a:stCxn id="1390" idx="0"/>
                <a:endCxn id="1391"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93" name="Google Shape;1393;p47"/>
          <p:cNvGrpSpPr/>
          <p:nvPr/>
        </p:nvGrpSpPr>
        <p:grpSpPr>
          <a:xfrm>
            <a:off x="2800877" y="3965048"/>
            <a:ext cx="2157850" cy="394500"/>
            <a:chOff x="2746254" y="3914348"/>
            <a:chExt cx="2157850" cy="394500"/>
          </a:xfrm>
        </p:grpSpPr>
        <p:sp>
          <p:nvSpPr>
            <p:cNvPr id="1394" name="Google Shape;1394;p47"/>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395" name="Google Shape;1395;p47"/>
            <p:cNvGrpSpPr/>
            <p:nvPr/>
          </p:nvGrpSpPr>
          <p:grpSpPr>
            <a:xfrm>
              <a:off x="2746254" y="3914348"/>
              <a:ext cx="2115087" cy="394500"/>
              <a:chOff x="2746254" y="3914348"/>
              <a:chExt cx="2115087" cy="394500"/>
            </a:xfrm>
          </p:grpSpPr>
          <p:grpSp>
            <p:nvGrpSpPr>
              <p:cNvPr id="1396" name="Google Shape;1396;p47"/>
              <p:cNvGrpSpPr/>
              <p:nvPr/>
            </p:nvGrpSpPr>
            <p:grpSpPr>
              <a:xfrm>
                <a:off x="2850789" y="3914348"/>
                <a:ext cx="394500" cy="394500"/>
                <a:chOff x="2850789" y="3914348"/>
                <a:chExt cx="394500" cy="394500"/>
              </a:xfrm>
            </p:grpSpPr>
            <p:sp>
              <p:nvSpPr>
                <p:cNvPr id="1397" name="Google Shape;1397;p47"/>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8" name="Google Shape;1398;p47"/>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99" name="Google Shape;1399;p47"/>
              <p:cNvGrpSpPr/>
              <p:nvPr/>
            </p:nvGrpSpPr>
            <p:grpSpPr>
              <a:xfrm>
                <a:off x="3368872" y="3914348"/>
                <a:ext cx="394500" cy="394500"/>
                <a:chOff x="3368872" y="3914348"/>
                <a:chExt cx="394500" cy="394500"/>
              </a:xfrm>
            </p:grpSpPr>
            <p:sp>
              <p:nvSpPr>
                <p:cNvPr id="1400" name="Google Shape;1400;p47"/>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1" name="Google Shape;1401;p47"/>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2" name="Google Shape;1402;p47"/>
              <p:cNvGrpSpPr/>
              <p:nvPr/>
            </p:nvGrpSpPr>
            <p:grpSpPr>
              <a:xfrm>
                <a:off x="3886955" y="3914348"/>
                <a:ext cx="394500" cy="394500"/>
                <a:chOff x="3886955" y="3914348"/>
                <a:chExt cx="394500" cy="394500"/>
              </a:xfrm>
            </p:grpSpPr>
            <p:sp>
              <p:nvSpPr>
                <p:cNvPr id="1403" name="Google Shape;1403;p47"/>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4" name="Google Shape;1404;p47"/>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5" name="Google Shape;1405;p47"/>
              <p:cNvGrpSpPr/>
              <p:nvPr/>
            </p:nvGrpSpPr>
            <p:grpSpPr>
              <a:xfrm>
                <a:off x="4405039" y="3914348"/>
                <a:ext cx="394500" cy="394500"/>
                <a:chOff x="4405039" y="3914348"/>
                <a:chExt cx="394500" cy="394500"/>
              </a:xfrm>
            </p:grpSpPr>
            <p:sp>
              <p:nvSpPr>
                <p:cNvPr id="1406" name="Google Shape;1406;p47"/>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7" name="Google Shape;1407;p47"/>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08" name="Google Shape;1408;p47"/>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9" name="Google Shape;1409;p47"/>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0" name="Google Shape;1410;p47"/>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1" name="Google Shape;1411;p47"/>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2" name="Google Shape;1412;p47"/>
              <p:cNvCxnSpPr>
                <a:stCxn id="1411" idx="0"/>
                <a:endCxn id="1408"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13" name="Google Shape;1413;p47"/>
              <p:cNvCxnSpPr>
                <a:stCxn id="1408" idx="4"/>
                <a:endCxn id="1409"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14" name="Google Shape;1414;p47"/>
              <p:cNvCxnSpPr>
                <a:stCxn id="1409" idx="0"/>
                <a:endCxn id="1410"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15" name="Google Shape;1415;p47"/>
              <p:cNvCxnSpPr>
                <a:stCxn id="1410" idx="4"/>
                <a:endCxn id="1394"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16" name="Google Shape;1416;p47"/>
          <p:cNvGrpSpPr/>
          <p:nvPr/>
        </p:nvGrpSpPr>
        <p:grpSpPr>
          <a:xfrm>
            <a:off x="5103624" y="3935226"/>
            <a:ext cx="1533103" cy="673350"/>
            <a:chOff x="5103624" y="3935226"/>
            <a:chExt cx="1533103" cy="673350"/>
          </a:xfrm>
        </p:grpSpPr>
        <p:grpSp>
          <p:nvGrpSpPr>
            <p:cNvPr id="1417" name="Google Shape;1417;p47"/>
            <p:cNvGrpSpPr/>
            <p:nvPr/>
          </p:nvGrpSpPr>
          <p:grpSpPr>
            <a:xfrm>
              <a:off x="6125827" y="3935226"/>
              <a:ext cx="510900" cy="673350"/>
              <a:chOff x="6119344" y="3856251"/>
              <a:chExt cx="510900" cy="673350"/>
            </a:xfrm>
          </p:grpSpPr>
          <p:sp>
            <p:nvSpPr>
              <p:cNvPr id="1418" name="Google Shape;1418;p47"/>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9" name="Google Shape;1419;p47"/>
              <p:cNvCxnSpPr>
                <a:stCxn id="1418"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20" name="Google Shape;1420;p47"/>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1" name="Google Shape;1421;p47"/>
            <p:cNvGrpSpPr/>
            <p:nvPr/>
          </p:nvGrpSpPr>
          <p:grpSpPr>
            <a:xfrm>
              <a:off x="5614720" y="3935226"/>
              <a:ext cx="510900" cy="673350"/>
              <a:chOff x="5606594" y="3856251"/>
              <a:chExt cx="510900" cy="673350"/>
            </a:xfrm>
          </p:grpSpPr>
          <p:sp>
            <p:nvSpPr>
              <p:cNvPr id="1422" name="Google Shape;1422;p47"/>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3" name="Google Shape;1423;p47"/>
              <p:cNvCxnSpPr>
                <a:stCxn id="1422"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24" name="Google Shape;1424;p47"/>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5" name="Google Shape;1425;p47"/>
            <p:cNvGrpSpPr/>
            <p:nvPr/>
          </p:nvGrpSpPr>
          <p:grpSpPr>
            <a:xfrm>
              <a:off x="5103624" y="3935226"/>
              <a:ext cx="510900" cy="673350"/>
              <a:chOff x="5093856" y="3856251"/>
              <a:chExt cx="510900" cy="673350"/>
            </a:xfrm>
          </p:grpSpPr>
          <p:sp>
            <p:nvSpPr>
              <p:cNvPr id="1426" name="Google Shape;1426;p47"/>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7" name="Google Shape;1427;p47"/>
              <p:cNvCxnSpPr>
                <a:stCxn id="1426"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28" name="Google Shape;1428;p47"/>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2" name="Shape 1432"/>
        <p:cNvGrpSpPr/>
        <p:nvPr/>
      </p:nvGrpSpPr>
      <p:grpSpPr>
        <a:xfrm>
          <a:off x="0" y="0"/>
          <a:ext cx="0" cy="0"/>
          <a:chOff x="0" y="0"/>
          <a:chExt cx="0" cy="0"/>
        </a:xfrm>
      </p:grpSpPr>
      <p:graphicFrame>
        <p:nvGraphicFramePr>
          <p:cNvPr id="1433" name="Google Shape;1433;p48"/>
          <p:cNvGraphicFramePr/>
          <p:nvPr/>
        </p:nvGraphicFramePr>
        <p:xfrm>
          <a:off x="3372638" y="2034494"/>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34" name="Google Shape;1434;p48"/>
          <p:cNvGraphicFramePr/>
          <p:nvPr/>
        </p:nvGraphicFramePr>
        <p:xfrm>
          <a:off x="712575" y="649450"/>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35" name="Google Shape;1435;p48"/>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6" name="Google Shape;1436;p48"/>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7" name="Google Shape;1437;p48"/>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38" name="Google Shape;1438;p48"/>
          <p:cNvGraphicFramePr/>
          <p:nvPr/>
        </p:nvGraphicFramePr>
        <p:xfrm>
          <a:off x="3372638" y="649450"/>
          <a:ext cx="3000000" cy="3000000"/>
        </p:xfrm>
        <a:graphic>
          <a:graphicData uri="http://schemas.openxmlformats.org/drawingml/2006/table">
            <a:tbl>
              <a:tblPr>
                <a:noFill/>
                <a:tableStyleId>{6A56D8BE-0022-4943-9EAC-562C483FE479}</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39" name="Google Shape;1439;p48"/>
          <p:cNvGraphicFramePr/>
          <p:nvPr/>
        </p:nvGraphicFramePr>
        <p:xfrm>
          <a:off x="6032700" y="649450"/>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40" name="Google Shape;1440;p48"/>
          <p:cNvGraphicFramePr/>
          <p:nvPr/>
        </p:nvGraphicFramePr>
        <p:xfrm>
          <a:off x="718250" y="2034506"/>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41" name="Google Shape;1441;p48"/>
          <p:cNvGrpSpPr/>
          <p:nvPr/>
        </p:nvGrpSpPr>
        <p:grpSpPr>
          <a:xfrm>
            <a:off x="3771725" y="2383156"/>
            <a:ext cx="1995300" cy="74400"/>
            <a:chOff x="3771725" y="2273200"/>
            <a:chExt cx="1995300" cy="74400"/>
          </a:xfrm>
        </p:grpSpPr>
        <p:sp>
          <p:nvSpPr>
            <p:cNvPr id="1442" name="Google Shape;1442;p48"/>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3" name="Google Shape;1443;p48"/>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4" name="Google Shape;1444;p48"/>
          <p:cNvGrpSpPr/>
          <p:nvPr/>
        </p:nvGrpSpPr>
        <p:grpSpPr>
          <a:xfrm>
            <a:off x="3771725" y="2644506"/>
            <a:ext cx="1995300" cy="74400"/>
            <a:chOff x="3771725" y="2534550"/>
            <a:chExt cx="1995300" cy="74400"/>
          </a:xfrm>
        </p:grpSpPr>
        <p:sp>
          <p:nvSpPr>
            <p:cNvPr id="1445" name="Google Shape;1445;p48"/>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6" name="Google Shape;1446;p48"/>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7" name="Google Shape;1447;p48"/>
          <p:cNvGrpSpPr/>
          <p:nvPr/>
        </p:nvGrpSpPr>
        <p:grpSpPr>
          <a:xfrm>
            <a:off x="3771725" y="2905856"/>
            <a:ext cx="1995300" cy="74400"/>
            <a:chOff x="3771725" y="2795900"/>
            <a:chExt cx="1995300" cy="74400"/>
          </a:xfrm>
        </p:grpSpPr>
        <p:sp>
          <p:nvSpPr>
            <p:cNvPr id="1448" name="Google Shape;1448;p48"/>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9" name="Google Shape;1449;p48"/>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450" name="Google Shape;1450;p48"/>
          <p:cNvGraphicFramePr/>
          <p:nvPr/>
        </p:nvGraphicFramePr>
        <p:xfrm>
          <a:off x="6027038" y="2034494"/>
          <a:ext cx="3000000" cy="3000000"/>
        </p:xfrm>
        <a:graphic>
          <a:graphicData uri="http://schemas.openxmlformats.org/drawingml/2006/table">
            <a:tbl>
              <a:tblPr>
                <a:noFill/>
                <a:tableStyleId>{6A56D8BE-0022-4943-9EAC-562C483FE479}</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451" name="Google Shape;1451;p48"/>
          <p:cNvGraphicFramePr/>
          <p:nvPr/>
        </p:nvGraphicFramePr>
        <p:xfrm>
          <a:off x="722138" y="3419550"/>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452" name="Google Shape;1452;p48"/>
          <p:cNvGraphicFramePr/>
          <p:nvPr/>
        </p:nvGraphicFramePr>
        <p:xfrm>
          <a:off x="3374600" y="3419550"/>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453" name="Google Shape;1453;p48"/>
          <p:cNvGraphicFramePr/>
          <p:nvPr/>
        </p:nvGraphicFramePr>
        <p:xfrm>
          <a:off x="6027038" y="3419550"/>
          <a:ext cx="3000000" cy="3000000"/>
        </p:xfrm>
        <a:graphic>
          <a:graphicData uri="http://schemas.openxmlformats.org/drawingml/2006/table">
            <a:tbl>
              <a:tblPr>
                <a:noFill/>
                <a:tableStyleId>{6A56D8BE-0022-4943-9EAC-562C483FE479}</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454" name="Google Shape;1454;p48"/>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455" name="Google Shape;1455;p48"/>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456" name="Google Shape;1456;p48"/>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457" name="Google Shape;1457;p48"/>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8" name="Google Shape;1458;p48"/>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9" name="Google Shape;1459;p48"/>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0" name="Google Shape;1460;p48"/>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1" name="Google Shape;1461;p48"/>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2" name="Google Shape;1462;p48"/>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3" name="Google Shape;1463;p48"/>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7" name="Shape 1467"/>
        <p:cNvGrpSpPr/>
        <p:nvPr/>
      </p:nvGrpSpPr>
      <p:grpSpPr>
        <a:xfrm>
          <a:off x="0" y="0"/>
          <a:ext cx="0" cy="0"/>
          <a:chOff x="0" y="0"/>
          <a:chExt cx="0" cy="0"/>
        </a:xfrm>
      </p:grpSpPr>
      <p:grpSp>
        <p:nvGrpSpPr>
          <p:cNvPr id="1468" name="Google Shape;1468;p49"/>
          <p:cNvGrpSpPr/>
          <p:nvPr/>
        </p:nvGrpSpPr>
        <p:grpSpPr>
          <a:xfrm>
            <a:off x="4842026" y="534551"/>
            <a:ext cx="1039466" cy="1217093"/>
            <a:chOff x="4842026" y="534551"/>
            <a:chExt cx="1039466" cy="1217093"/>
          </a:xfrm>
        </p:grpSpPr>
        <p:grpSp>
          <p:nvGrpSpPr>
            <p:cNvPr id="1469" name="Google Shape;1469;p49"/>
            <p:cNvGrpSpPr/>
            <p:nvPr/>
          </p:nvGrpSpPr>
          <p:grpSpPr>
            <a:xfrm>
              <a:off x="4842026" y="534551"/>
              <a:ext cx="1039466" cy="1217093"/>
              <a:chOff x="5730743" y="656888"/>
              <a:chExt cx="812400" cy="951300"/>
            </a:xfrm>
          </p:grpSpPr>
          <p:grpSp>
            <p:nvGrpSpPr>
              <p:cNvPr id="1470" name="Google Shape;1470;p49"/>
              <p:cNvGrpSpPr/>
              <p:nvPr/>
            </p:nvGrpSpPr>
            <p:grpSpPr>
              <a:xfrm>
                <a:off x="5730743" y="726350"/>
                <a:ext cx="812400" cy="812400"/>
                <a:chOff x="5730743" y="726350"/>
                <a:chExt cx="812400" cy="812400"/>
              </a:xfrm>
            </p:grpSpPr>
            <p:sp>
              <p:nvSpPr>
                <p:cNvPr id="1471" name="Google Shape;1471;p49"/>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2" name="Google Shape;1472;p49"/>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3" name="Google Shape;1473;p49"/>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4" name="Google Shape;1474;p49"/>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75" name="Google Shape;1475;p49"/>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6" name="Google Shape;1476;p49"/>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7" name="Google Shape;1477;p49"/>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8" name="Google Shape;1478;p49"/>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9" name="Google Shape;1479;p49"/>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0" name="Google Shape;1480;p49"/>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1" name="Google Shape;1481;p49"/>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82" name="Google Shape;1482;p49"/>
          <p:cNvGrpSpPr/>
          <p:nvPr/>
        </p:nvGrpSpPr>
        <p:grpSpPr>
          <a:xfrm>
            <a:off x="702941" y="2050687"/>
            <a:ext cx="1076771" cy="1049716"/>
            <a:chOff x="703000" y="2087175"/>
            <a:chExt cx="1002300" cy="977025"/>
          </a:xfrm>
        </p:grpSpPr>
        <p:sp>
          <p:nvSpPr>
            <p:cNvPr id="1483" name="Google Shape;1483;p49"/>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4" name="Google Shape;1484;p49"/>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5" name="Google Shape;1485;p49"/>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6" name="Google Shape;1486;p49"/>
          <p:cNvGrpSpPr/>
          <p:nvPr/>
        </p:nvGrpSpPr>
        <p:grpSpPr>
          <a:xfrm>
            <a:off x="1906805" y="2058326"/>
            <a:ext cx="688976" cy="1049885"/>
            <a:chOff x="1992126" y="2083056"/>
            <a:chExt cx="750600" cy="1143790"/>
          </a:xfrm>
        </p:grpSpPr>
        <p:grpSp>
          <p:nvGrpSpPr>
            <p:cNvPr id="1487" name="Google Shape;1487;p49"/>
            <p:cNvGrpSpPr/>
            <p:nvPr/>
          </p:nvGrpSpPr>
          <p:grpSpPr>
            <a:xfrm>
              <a:off x="1992126" y="2083056"/>
              <a:ext cx="750600" cy="1143661"/>
              <a:chOff x="1992126" y="2083056"/>
              <a:chExt cx="750600" cy="1143661"/>
            </a:xfrm>
          </p:grpSpPr>
          <p:sp>
            <p:nvSpPr>
              <p:cNvPr id="1488" name="Google Shape;1488;p49"/>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89" name="Google Shape;1489;p49"/>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490" name="Google Shape;1490;p49"/>
            <p:cNvGrpSpPr/>
            <p:nvPr/>
          </p:nvGrpSpPr>
          <p:grpSpPr>
            <a:xfrm>
              <a:off x="2045161" y="2136120"/>
              <a:ext cx="644700" cy="1090586"/>
              <a:chOff x="2045161" y="2136120"/>
              <a:chExt cx="644700" cy="1090586"/>
            </a:xfrm>
          </p:grpSpPr>
          <p:sp>
            <p:nvSpPr>
              <p:cNvPr id="1491" name="Google Shape;1491;p49"/>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2" name="Google Shape;1492;p49"/>
              <p:cNvCxnSpPr>
                <a:stCxn id="1491"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493" name="Google Shape;1493;p49"/>
            <p:cNvGrpSpPr/>
            <p:nvPr/>
          </p:nvGrpSpPr>
          <p:grpSpPr>
            <a:xfrm>
              <a:off x="2101854" y="2192746"/>
              <a:ext cx="531300" cy="1034100"/>
              <a:chOff x="2101854" y="2192746"/>
              <a:chExt cx="531300" cy="1034100"/>
            </a:xfrm>
          </p:grpSpPr>
          <p:sp>
            <p:nvSpPr>
              <p:cNvPr id="1494" name="Google Shape;1494;p49"/>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5" name="Google Shape;1495;p49"/>
              <p:cNvCxnSpPr>
                <a:stCxn id="1494"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496" name="Google Shape;1496;p49"/>
            <p:cNvGrpSpPr/>
            <p:nvPr/>
          </p:nvGrpSpPr>
          <p:grpSpPr>
            <a:xfrm>
              <a:off x="2162890" y="2253859"/>
              <a:ext cx="409200" cy="972900"/>
              <a:chOff x="2162890" y="2253859"/>
              <a:chExt cx="409200" cy="972900"/>
            </a:xfrm>
          </p:grpSpPr>
          <p:sp>
            <p:nvSpPr>
              <p:cNvPr id="1497" name="Google Shape;1497;p49"/>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8" name="Google Shape;1498;p49"/>
              <p:cNvCxnSpPr>
                <a:stCxn id="1497"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499" name="Google Shape;1499;p49"/>
            <p:cNvGrpSpPr/>
            <p:nvPr/>
          </p:nvGrpSpPr>
          <p:grpSpPr>
            <a:xfrm>
              <a:off x="2212739" y="2303722"/>
              <a:ext cx="309600" cy="923060"/>
              <a:chOff x="2212739" y="2303722"/>
              <a:chExt cx="309600" cy="923060"/>
            </a:xfrm>
          </p:grpSpPr>
          <p:sp>
            <p:nvSpPr>
              <p:cNvPr id="1500" name="Google Shape;1500;p49"/>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1" name="Google Shape;1501;p49"/>
              <p:cNvCxnSpPr>
                <a:stCxn id="1500"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02" name="Google Shape;1502;p49"/>
          <p:cNvGrpSpPr/>
          <p:nvPr/>
        </p:nvGrpSpPr>
        <p:grpSpPr>
          <a:xfrm>
            <a:off x="7677625" y="547580"/>
            <a:ext cx="753078" cy="752223"/>
            <a:chOff x="1186975" y="238125"/>
            <a:chExt cx="5244275" cy="5238325"/>
          </a:xfrm>
        </p:grpSpPr>
        <p:sp>
          <p:nvSpPr>
            <p:cNvPr id="1503" name="Google Shape;1503;p4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49"/>
          <p:cNvGrpSpPr/>
          <p:nvPr/>
        </p:nvGrpSpPr>
        <p:grpSpPr>
          <a:xfrm>
            <a:off x="702950" y="3398221"/>
            <a:ext cx="1292910" cy="430549"/>
            <a:chOff x="238125" y="1335475"/>
            <a:chExt cx="5418735" cy="3034175"/>
          </a:xfrm>
        </p:grpSpPr>
        <p:sp>
          <p:nvSpPr>
            <p:cNvPr id="1508" name="Google Shape;1508;p4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49"/>
          <p:cNvGrpSpPr/>
          <p:nvPr/>
        </p:nvGrpSpPr>
        <p:grpSpPr>
          <a:xfrm>
            <a:off x="713215" y="551136"/>
            <a:ext cx="1590024" cy="1217116"/>
            <a:chOff x="688541" y="663825"/>
            <a:chExt cx="1287052" cy="985200"/>
          </a:xfrm>
        </p:grpSpPr>
        <p:grpSp>
          <p:nvGrpSpPr>
            <p:cNvPr id="1512" name="Google Shape;1512;p49"/>
            <p:cNvGrpSpPr/>
            <p:nvPr/>
          </p:nvGrpSpPr>
          <p:grpSpPr>
            <a:xfrm>
              <a:off x="855600" y="663825"/>
              <a:ext cx="1119992" cy="985200"/>
              <a:chOff x="855600" y="663825"/>
              <a:chExt cx="1119992" cy="985200"/>
            </a:xfrm>
          </p:grpSpPr>
          <p:grpSp>
            <p:nvGrpSpPr>
              <p:cNvPr id="1513" name="Google Shape;1513;p49"/>
              <p:cNvGrpSpPr/>
              <p:nvPr/>
            </p:nvGrpSpPr>
            <p:grpSpPr>
              <a:xfrm>
                <a:off x="855600" y="663825"/>
                <a:ext cx="1119992" cy="985200"/>
                <a:chOff x="855600" y="663825"/>
                <a:chExt cx="1119992" cy="985200"/>
              </a:xfrm>
            </p:grpSpPr>
            <p:sp>
              <p:nvSpPr>
                <p:cNvPr id="1514" name="Google Shape;1514;p49"/>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5" name="Google Shape;1515;p49"/>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16" name="Google Shape;1516;p49"/>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17" name="Google Shape;1517;p49"/>
            <p:cNvGrpSpPr/>
            <p:nvPr/>
          </p:nvGrpSpPr>
          <p:grpSpPr>
            <a:xfrm>
              <a:off x="688550" y="733463"/>
              <a:ext cx="1082650" cy="846000"/>
              <a:chOff x="688550" y="733463"/>
              <a:chExt cx="1082650" cy="846000"/>
            </a:xfrm>
          </p:grpSpPr>
          <p:grpSp>
            <p:nvGrpSpPr>
              <p:cNvPr id="1518" name="Google Shape;1518;p49"/>
              <p:cNvGrpSpPr/>
              <p:nvPr/>
            </p:nvGrpSpPr>
            <p:grpSpPr>
              <a:xfrm>
                <a:off x="688550" y="733463"/>
                <a:ext cx="1082650" cy="846000"/>
                <a:chOff x="688550" y="733463"/>
                <a:chExt cx="1082650" cy="846000"/>
              </a:xfrm>
            </p:grpSpPr>
            <p:sp>
              <p:nvSpPr>
                <p:cNvPr id="1519" name="Google Shape;1519;p49"/>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0" name="Google Shape;1520;p49"/>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1" name="Google Shape;1521;p49"/>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2" name="Google Shape;1522;p49"/>
            <p:cNvGrpSpPr/>
            <p:nvPr/>
          </p:nvGrpSpPr>
          <p:grpSpPr>
            <a:xfrm>
              <a:off x="688541" y="807775"/>
              <a:ext cx="1008259" cy="697200"/>
              <a:chOff x="688541" y="807775"/>
              <a:chExt cx="1008259" cy="697200"/>
            </a:xfrm>
          </p:grpSpPr>
          <p:grpSp>
            <p:nvGrpSpPr>
              <p:cNvPr id="1523" name="Google Shape;1523;p49"/>
              <p:cNvGrpSpPr/>
              <p:nvPr/>
            </p:nvGrpSpPr>
            <p:grpSpPr>
              <a:xfrm>
                <a:off x="688541" y="807775"/>
                <a:ext cx="1008259" cy="697200"/>
                <a:chOff x="688541" y="807775"/>
                <a:chExt cx="1008259" cy="697200"/>
              </a:xfrm>
            </p:grpSpPr>
            <p:sp>
              <p:nvSpPr>
                <p:cNvPr id="1524" name="Google Shape;1524;p49"/>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5" name="Google Shape;1525;p49"/>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6" name="Google Shape;1526;p49"/>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7" name="Google Shape;1527;p49"/>
            <p:cNvGrpSpPr/>
            <p:nvPr/>
          </p:nvGrpSpPr>
          <p:grpSpPr>
            <a:xfrm>
              <a:off x="1079700" y="887975"/>
              <a:ext cx="895892" cy="539681"/>
              <a:chOff x="1079700" y="887975"/>
              <a:chExt cx="895892" cy="539681"/>
            </a:xfrm>
          </p:grpSpPr>
          <p:grpSp>
            <p:nvGrpSpPr>
              <p:cNvPr id="1528" name="Google Shape;1528;p49"/>
              <p:cNvGrpSpPr/>
              <p:nvPr/>
            </p:nvGrpSpPr>
            <p:grpSpPr>
              <a:xfrm>
                <a:off x="1079700" y="887975"/>
                <a:ext cx="895892" cy="539681"/>
                <a:chOff x="1079700" y="887975"/>
                <a:chExt cx="895892" cy="539681"/>
              </a:xfrm>
            </p:grpSpPr>
            <p:sp>
              <p:nvSpPr>
                <p:cNvPr id="1529" name="Google Shape;1529;p49"/>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0" name="Google Shape;1530;p49"/>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1" name="Google Shape;1531;p49"/>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2" name="Google Shape;1532;p49"/>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3" name="Google Shape;1533;p49"/>
          <p:cNvGrpSpPr/>
          <p:nvPr/>
        </p:nvGrpSpPr>
        <p:grpSpPr>
          <a:xfrm>
            <a:off x="2359674" y="539588"/>
            <a:ext cx="1119708" cy="1217144"/>
            <a:chOff x="2404275" y="663825"/>
            <a:chExt cx="906206" cy="985063"/>
          </a:xfrm>
        </p:grpSpPr>
        <p:cxnSp>
          <p:nvCxnSpPr>
            <p:cNvPr id="1534" name="Google Shape;1534;p49"/>
            <p:cNvCxnSpPr>
              <a:stCxn id="1535" idx="5"/>
              <a:endCxn id="1536"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37" name="Google Shape;1537;p49"/>
            <p:cNvCxnSpPr>
              <a:stCxn id="1536" idx="3"/>
              <a:endCxn id="1538"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39" name="Google Shape;1539;p49"/>
            <p:cNvCxnSpPr>
              <a:stCxn id="1538" idx="1"/>
              <a:endCxn id="1540"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41" name="Google Shape;1541;p49"/>
            <p:cNvCxnSpPr>
              <a:stCxn id="1540" idx="7"/>
              <a:endCxn id="1535"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35" name="Google Shape;1535;p49"/>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0" name="Google Shape;1540;p49"/>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8" name="Google Shape;1538;p49"/>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6" name="Google Shape;1536;p49"/>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42" name="Google Shape;1542;p49"/>
          <p:cNvGrpSpPr/>
          <p:nvPr/>
        </p:nvGrpSpPr>
        <p:grpSpPr>
          <a:xfrm>
            <a:off x="3535817" y="533799"/>
            <a:ext cx="1249565" cy="1216897"/>
            <a:chOff x="4002252" y="539625"/>
            <a:chExt cx="1139490" cy="1109700"/>
          </a:xfrm>
        </p:grpSpPr>
        <p:sp>
          <p:nvSpPr>
            <p:cNvPr id="1543" name="Google Shape;1543;p49"/>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4" name="Google Shape;1544;p49"/>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5" name="Google Shape;1545;p49"/>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6" name="Google Shape;1546;p49"/>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7" name="Google Shape;1547;p49"/>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8" name="Google Shape;1548;p49"/>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49" name="Google Shape;1549;p49"/>
            <p:cNvCxnSpPr>
              <a:stCxn id="1546" idx="0"/>
              <a:endCxn id="1544"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550" name="Google Shape;1550;p49"/>
            <p:cNvCxnSpPr>
              <a:stCxn id="1544" idx="6"/>
              <a:endCxn id="1545"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551" name="Google Shape;1551;p49"/>
            <p:cNvCxnSpPr>
              <a:stCxn id="1545" idx="5"/>
              <a:endCxn id="1548"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552" name="Google Shape;1552;p49"/>
            <p:cNvCxnSpPr>
              <a:stCxn id="1548" idx="3"/>
              <a:endCxn id="1547"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553" name="Google Shape;1553;p49"/>
            <p:cNvCxnSpPr>
              <a:stCxn id="1547" idx="2"/>
              <a:endCxn id="1546"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554" name="Google Shape;1554;p49"/>
          <p:cNvGrpSpPr/>
          <p:nvPr/>
        </p:nvGrpSpPr>
        <p:grpSpPr>
          <a:xfrm>
            <a:off x="5937690" y="534494"/>
            <a:ext cx="1683499" cy="1217116"/>
            <a:chOff x="6995517" y="647238"/>
            <a:chExt cx="1251300" cy="904650"/>
          </a:xfrm>
        </p:grpSpPr>
        <p:grpSp>
          <p:nvGrpSpPr>
            <p:cNvPr id="1555" name="Google Shape;1555;p49"/>
            <p:cNvGrpSpPr/>
            <p:nvPr/>
          </p:nvGrpSpPr>
          <p:grpSpPr>
            <a:xfrm>
              <a:off x="6995517" y="1027188"/>
              <a:ext cx="1251300" cy="524700"/>
              <a:chOff x="6995517" y="1027188"/>
              <a:chExt cx="1251300" cy="524700"/>
            </a:xfrm>
          </p:grpSpPr>
          <p:sp>
            <p:nvSpPr>
              <p:cNvPr id="1556" name="Google Shape;1556;p49"/>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7" name="Google Shape;1557;p49"/>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558" name="Google Shape;1558;p49"/>
            <p:cNvGrpSpPr/>
            <p:nvPr/>
          </p:nvGrpSpPr>
          <p:grpSpPr>
            <a:xfrm>
              <a:off x="7001525" y="900538"/>
              <a:ext cx="1245000" cy="524700"/>
              <a:chOff x="7001525" y="900538"/>
              <a:chExt cx="1245000" cy="524700"/>
            </a:xfrm>
          </p:grpSpPr>
          <p:sp>
            <p:nvSpPr>
              <p:cNvPr id="1559" name="Google Shape;1559;p49"/>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0" name="Google Shape;1560;p49"/>
              <p:cNvCxnSpPr>
                <a:stCxn id="1559"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561" name="Google Shape;1561;p49"/>
            <p:cNvGrpSpPr/>
            <p:nvPr/>
          </p:nvGrpSpPr>
          <p:grpSpPr>
            <a:xfrm>
              <a:off x="7001525" y="773888"/>
              <a:ext cx="1245000" cy="524700"/>
              <a:chOff x="7001525" y="773888"/>
              <a:chExt cx="1245000" cy="524700"/>
            </a:xfrm>
          </p:grpSpPr>
          <p:sp>
            <p:nvSpPr>
              <p:cNvPr id="1562" name="Google Shape;1562;p49"/>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3" name="Google Shape;1563;p49"/>
              <p:cNvCxnSpPr>
                <a:stCxn id="1562"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564" name="Google Shape;1564;p49"/>
            <p:cNvGrpSpPr/>
            <p:nvPr/>
          </p:nvGrpSpPr>
          <p:grpSpPr>
            <a:xfrm>
              <a:off x="7001525" y="647238"/>
              <a:ext cx="1245000" cy="524700"/>
              <a:chOff x="7001525" y="647238"/>
              <a:chExt cx="1245000" cy="524700"/>
            </a:xfrm>
          </p:grpSpPr>
          <p:sp>
            <p:nvSpPr>
              <p:cNvPr id="1565" name="Google Shape;1565;p49"/>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6" name="Google Shape;1566;p49"/>
              <p:cNvCxnSpPr>
                <a:stCxn id="1565"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567" name="Google Shape;1567;p49"/>
          <p:cNvGrpSpPr/>
          <p:nvPr/>
        </p:nvGrpSpPr>
        <p:grpSpPr>
          <a:xfrm>
            <a:off x="2722986" y="2040746"/>
            <a:ext cx="1076798" cy="1053164"/>
            <a:chOff x="2829888" y="2087062"/>
            <a:chExt cx="992075" cy="970300"/>
          </a:xfrm>
        </p:grpSpPr>
        <p:grpSp>
          <p:nvGrpSpPr>
            <p:cNvPr id="1568" name="Google Shape;1568;p49"/>
            <p:cNvGrpSpPr/>
            <p:nvPr/>
          </p:nvGrpSpPr>
          <p:grpSpPr>
            <a:xfrm>
              <a:off x="2829888" y="2412087"/>
              <a:ext cx="449100" cy="293700"/>
              <a:chOff x="2829888" y="2412087"/>
              <a:chExt cx="449100" cy="293700"/>
            </a:xfrm>
          </p:grpSpPr>
          <p:sp>
            <p:nvSpPr>
              <p:cNvPr id="1569" name="Google Shape;1569;p49"/>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0" name="Google Shape;1570;p49"/>
              <p:cNvCxnSpPr>
                <a:stCxn id="1569" idx="6"/>
                <a:endCxn id="1571"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572" name="Google Shape;1572;p49"/>
            <p:cNvGrpSpPr/>
            <p:nvPr/>
          </p:nvGrpSpPr>
          <p:grpSpPr>
            <a:xfrm>
              <a:off x="3056019" y="2604662"/>
              <a:ext cx="294000" cy="452700"/>
              <a:chOff x="3056019" y="2604662"/>
              <a:chExt cx="294000" cy="452700"/>
            </a:xfrm>
          </p:grpSpPr>
          <p:sp>
            <p:nvSpPr>
              <p:cNvPr id="1573" name="Google Shape;1573;p49"/>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4" name="Google Shape;1574;p49"/>
              <p:cNvCxnSpPr>
                <a:stCxn id="1573" idx="4"/>
                <a:endCxn id="1575"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576" name="Google Shape;1576;p49"/>
            <p:cNvGrpSpPr/>
            <p:nvPr/>
          </p:nvGrpSpPr>
          <p:grpSpPr>
            <a:xfrm>
              <a:off x="3301813" y="2604662"/>
              <a:ext cx="294000" cy="452700"/>
              <a:chOff x="3301813" y="2604662"/>
              <a:chExt cx="294000" cy="452700"/>
            </a:xfrm>
          </p:grpSpPr>
          <p:sp>
            <p:nvSpPr>
              <p:cNvPr id="1577" name="Google Shape;1577;p49"/>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8" name="Google Shape;1578;p49"/>
              <p:cNvCxnSpPr>
                <a:stCxn id="1577" idx="4"/>
                <a:endCxn id="1579"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580" name="Google Shape;1580;p49"/>
            <p:cNvGrpSpPr/>
            <p:nvPr/>
          </p:nvGrpSpPr>
          <p:grpSpPr>
            <a:xfrm>
              <a:off x="3372863" y="2412087"/>
              <a:ext cx="449100" cy="293700"/>
              <a:chOff x="3372863" y="2412087"/>
              <a:chExt cx="449100" cy="293700"/>
            </a:xfrm>
          </p:grpSpPr>
          <p:sp>
            <p:nvSpPr>
              <p:cNvPr id="1581" name="Google Shape;1581;p49"/>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2" name="Google Shape;1582;p49"/>
              <p:cNvCxnSpPr>
                <a:stCxn id="1581" idx="6"/>
                <a:endCxn id="1583"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584" name="Google Shape;1584;p49"/>
            <p:cNvGrpSpPr/>
            <p:nvPr/>
          </p:nvGrpSpPr>
          <p:grpSpPr>
            <a:xfrm>
              <a:off x="3178916" y="2087062"/>
              <a:ext cx="294000" cy="451800"/>
              <a:chOff x="3178916" y="2087062"/>
              <a:chExt cx="294000" cy="451800"/>
            </a:xfrm>
          </p:grpSpPr>
          <p:sp>
            <p:nvSpPr>
              <p:cNvPr id="1585" name="Google Shape;1585;p49"/>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6" name="Google Shape;1586;p49"/>
              <p:cNvCxnSpPr>
                <a:stCxn id="1585" idx="0"/>
                <a:endCxn id="1587"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588" name="Google Shape;1588;p49"/>
          <p:cNvGrpSpPr/>
          <p:nvPr/>
        </p:nvGrpSpPr>
        <p:grpSpPr>
          <a:xfrm>
            <a:off x="3926878" y="2054651"/>
            <a:ext cx="1039408" cy="1039406"/>
            <a:chOff x="4102175" y="2252050"/>
            <a:chExt cx="641412" cy="641411"/>
          </a:xfrm>
        </p:grpSpPr>
        <p:grpSp>
          <p:nvGrpSpPr>
            <p:cNvPr id="1589" name="Google Shape;1589;p49"/>
            <p:cNvGrpSpPr/>
            <p:nvPr/>
          </p:nvGrpSpPr>
          <p:grpSpPr>
            <a:xfrm>
              <a:off x="4102175" y="2252050"/>
              <a:ext cx="641412" cy="641400"/>
              <a:chOff x="5322600" y="2738950"/>
              <a:chExt cx="641412" cy="641400"/>
            </a:xfrm>
          </p:grpSpPr>
          <p:sp>
            <p:nvSpPr>
              <p:cNvPr id="1590" name="Google Shape;1590;p49"/>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1" name="Google Shape;1591;p49"/>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2" name="Google Shape;1592;p49"/>
            <p:cNvGrpSpPr/>
            <p:nvPr/>
          </p:nvGrpSpPr>
          <p:grpSpPr>
            <a:xfrm>
              <a:off x="4102175" y="2252050"/>
              <a:ext cx="641400" cy="641400"/>
              <a:chOff x="5322600" y="2738950"/>
              <a:chExt cx="641400" cy="641400"/>
            </a:xfrm>
          </p:grpSpPr>
          <p:sp>
            <p:nvSpPr>
              <p:cNvPr id="1593" name="Google Shape;1593;p49"/>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4" name="Google Shape;1594;p49"/>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5" name="Google Shape;1595;p49"/>
            <p:cNvGrpSpPr/>
            <p:nvPr/>
          </p:nvGrpSpPr>
          <p:grpSpPr>
            <a:xfrm>
              <a:off x="4102175" y="2252050"/>
              <a:ext cx="641412" cy="641411"/>
              <a:chOff x="5322600" y="2738950"/>
              <a:chExt cx="641412" cy="641411"/>
            </a:xfrm>
          </p:grpSpPr>
          <p:sp>
            <p:nvSpPr>
              <p:cNvPr id="1596" name="Google Shape;1596;p49"/>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7" name="Google Shape;1597;p49"/>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8" name="Google Shape;1598;p49"/>
            <p:cNvGrpSpPr/>
            <p:nvPr/>
          </p:nvGrpSpPr>
          <p:grpSpPr>
            <a:xfrm>
              <a:off x="4102175" y="2252050"/>
              <a:ext cx="641400" cy="641411"/>
              <a:chOff x="5322600" y="2738950"/>
              <a:chExt cx="641400" cy="641411"/>
            </a:xfrm>
          </p:grpSpPr>
          <p:sp>
            <p:nvSpPr>
              <p:cNvPr id="1599" name="Google Shape;1599;p49"/>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0" name="Google Shape;1600;p49"/>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01" name="Google Shape;1601;p49"/>
          <p:cNvGrpSpPr/>
          <p:nvPr/>
        </p:nvGrpSpPr>
        <p:grpSpPr>
          <a:xfrm>
            <a:off x="5093379" y="2043560"/>
            <a:ext cx="1053080" cy="1053080"/>
            <a:chOff x="855600" y="663825"/>
            <a:chExt cx="985200" cy="985200"/>
          </a:xfrm>
        </p:grpSpPr>
        <p:sp>
          <p:nvSpPr>
            <p:cNvPr id="1602" name="Google Shape;1602;p49"/>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3" name="Google Shape;1603;p49"/>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4" name="Google Shape;1604;p49"/>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5" name="Google Shape;1605;p49"/>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6" name="Google Shape;1606;p49"/>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7" name="Google Shape;1607;p49"/>
          <p:cNvGrpSpPr/>
          <p:nvPr/>
        </p:nvGrpSpPr>
        <p:grpSpPr>
          <a:xfrm>
            <a:off x="6273552" y="2043576"/>
            <a:ext cx="1053080" cy="1053080"/>
            <a:chOff x="6548850" y="2086550"/>
            <a:chExt cx="985200" cy="985200"/>
          </a:xfrm>
        </p:grpSpPr>
        <p:sp>
          <p:nvSpPr>
            <p:cNvPr id="1608" name="Google Shape;1608;p49"/>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9" name="Google Shape;1609;p49"/>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0" name="Google Shape;1610;p49"/>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1" name="Google Shape;1611;p49"/>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2" name="Google Shape;1612;p49"/>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3" name="Google Shape;1613;p49"/>
          <p:cNvGrpSpPr/>
          <p:nvPr/>
        </p:nvGrpSpPr>
        <p:grpSpPr>
          <a:xfrm>
            <a:off x="713226" y="3965261"/>
            <a:ext cx="1292928" cy="1292928"/>
            <a:chOff x="925400" y="4161775"/>
            <a:chExt cx="906300" cy="906300"/>
          </a:xfrm>
        </p:grpSpPr>
        <p:sp>
          <p:nvSpPr>
            <p:cNvPr id="1614" name="Google Shape;1614;p49"/>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5" name="Google Shape;1615;p49"/>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6" name="Google Shape;1616;p49"/>
            <p:cNvCxnSpPr>
              <a:stCxn id="1617" idx="4"/>
              <a:endCxn id="1615"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17" name="Google Shape;1617;p49"/>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8" name="Google Shape;1618;p49"/>
          <p:cNvGrpSpPr/>
          <p:nvPr/>
        </p:nvGrpSpPr>
        <p:grpSpPr>
          <a:xfrm>
            <a:off x="6195637" y="3391776"/>
            <a:ext cx="2242003" cy="2025585"/>
            <a:chOff x="722669" y="3200400"/>
            <a:chExt cx="1311650" cy="1185038"/>
          </a:xfrm>
        </p:grpSpPr>
        <p:sp>
          <p:nvSpPr>
            <p:cNvPr id="1619" name="Google Shape;1619;p49"/>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20" name="Google Shape;1620;p49"/>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21" name="Google Shape;1621;p49"/>
            <p:cNvGrpSpPr/>
            <p:nvPr/>
          </p:nvGrpSpPr>
          <p:grpSpPr>
            <a:xfrm>
              <a:off x="1335344" y="3200400"/>
              <a:ext cx="86400" cy="255000"/>
              <a:chOff x="1335344" y="3200400"/>
              <a:chExt cx="86400" cy="255000"/>
            </a:xfrm>
          </p:grpSpPr>
          <p:sp>
            <p:nvSpPr>
              <p:cNvPr id="1622" name="Google Shape;1622;p49"/>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3" name="Google Shape;1623;p49"/>
              <p:cNvCxnSpPr>
                <a:stCxn id="1622" idx="0"/>
                <a:endCxn id="1624"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25" name="Google Shape;1625;p49"/>
            <p:cNvGrpSpPr/>
            <p:nvPr/>
          </p:nvGrpSpPr>
          <p:grpSpPr>
            <a:xfrm>
              <a:off x="1613944" y="3325788"/>
              <a:ext cx="252600" cy="216000"/>
              <a:chOff x="1613944" y="3325788"/>
              <a:chExt cx="252600" cy="216000"/>
            </a:xfrm>
          </p:grpSpPr>
          <p:sp>
            <p:nvSpPr>
              <p:cNvPr id="1626" name="Google Shape;1626;p49"/>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7" name="Google Shape;1627;p49"/>
              <p:cNvCxnSpPr>
                <a:stCxn id="1626" idx="0"/>
                <a:endCxn id="1628"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29" name="Google Shape;1629;p49"/>
            <p:cNvGrpSpPr/>
            <p:nvPr/>
          </p:nvGrpSpPr>
          <p:grpSpPr>
            <a:xfrm>
              <a:off x="1780219" y="3669663"/>
              <a:ext cx="254100" cy="86400"/>
              <a:chOff x="1780219" y="3669663"/>
              <a:chExt cx="254100" cy="86400"/>
            </a:xfrm>
          </p:grpSpPr>
          <p:sp>
            <p:nvSpPr>
              <p:cNvPr id="1630" name="Google Shape;1630;p49"/>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1" name="Google Shape;1631;p49"/>
              <p:cNvCxnSpPr>
                <a:stCxn id="1630" idx="6"/>
                <a:endCxn id="1632"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33" name="Google Shape;1633;p49"/>
            <p:cNvGrpSpPr/>
            <p:nvPr/>
          </p:nvGrpSpPr>
          <p:grpSpPr>
            <a:xfrm>
              <a:off x="890544" y="3325788"/>
              <a:ext cx="252600" cy="216000"/>
              <a:chOff x="890544" y="3325788"/>
              <a:chExt cx="252600" cy="216000"/>
            </a:xfrm>
          </p:grpSpPr>
          <p:sp>
            <p:nvSpPr>
              <p:cNvPr id="1634" name="Google Shape;1634;p49"/>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5" name="Google Shape;1635;p49"/>
              <p:cNvCxnSpPr>
                <a:stCxn id="1634" idx="0"/>
                <a:endCxn id="1636"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37" name="Google Shape;1637;p49"/>
            <p:cNvGrpSpPr/>
            <p:nvPr/>
          </p:nvGrpSpPr>
          <p:grpSpPr>
            <a:xfrm>
              <a:off x="722669" y="3669663"/>
              <a:ext cx="254100" cy="86400"/>
              <a:chOff x="722669" y="3669663"/>
              <a:chExt cx="254100" cy="86400"/>
            </a:xfrm>
          </p:grpSpPr>
          <p:sp>
            <p:nvSpPr>
              <p:cNvPr id="1638" name="Google Shape;1638;p49"/>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9" name="Google Shape;1639;p49"/>
              <p:cNvCxnSpPr>
                <a:stCxn id="1638" idx="2"/>
                <a:endCxn id="1640"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41" name="Google Shape;1641;p49"/>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2" name="Google Shape;1642;p49"/>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43" name="Google Shape;1643;p49"/>
          <p:cNvGrpSpPr/>
          <p:nvPr/>
        </p:nvGrpSpPr>
        <p:grpSpPr>
          <a:xfrm flipH="1" rot="10800000">
            <a:off x="2113506" y="3398186"/>
            <a:ext cx="1292879" cy="923569"/>
            <a:chOff x="2536980" y="3717383"/>
            <a:chExt cx="1249400" cy="892509"/>
          </a:xfrm>
        </p:grpSpPr>
        <p:grpSp>
          <p:nvGrpSpPr>
            <p:cNvPr id="1644" name="Google Shape;1644;p49"/>
            <p:cNvGrpSpPr/>
            <p:nvPr/>
          </p:nvGrpSpPr>
          <p:grpSpPr>
            <a:xfrm>
              <a:off x="3192380" y="4230092"/>
              <a:ext cx="594000" cy="379800"/>
              <a:chOff x="3192380" y="4230092"/>
              <a:chExt cx="594000" cy="379800"/>
            </a:xfrm>
          </p:grpSpPr>
          <p:sp>
            <p:nvSpPr>
              <p:cNvPr id="1645" name="Google Shape;1645;p49"/>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6" name="Google Shape;1646;p49"/>
              <p:cNvCxnSpPr>
                <a:stCxn id="1645"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647" name="Google Shape;1647;p49"/>
            <p:cNvGrpSpPr/>
            <p:nvPr/>
          </p:nvGrpSpPr>
          <p:grpSpPr>
            <a:xfrm>
              <a:off x="2536980" y="4230092"/>
              <a:ext cx="585600" cy="379800"/>
              <a:chOff x="2536980" y="4230092"/>
              <a:chExt cx="585600" cy="379800"/>
            </a:xfrm>
          </p:grpSpPr>
          <p:sp>
            <p:nvSpPr>
              <p:cNvPr id="1648" name="Google Shape;1648;p49"/>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9" name="Google Shape;1649;p49"/>
              <p:cNvCxnSpPr>
                <a:endCxn id="1648"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650" name="Google Shape;1650;p49"/>
            <p:cNvGrpSpPr/>
            <p:nvPr/>
          </p:nvGrpSpPr>
          <p:grpSpPr>
            <a:xfrm>
              <a:off x="2942080" y="4160025"/>
              <a:ext cx="844200" cy="379800"/>
              <a:chOff x="2942080" y="4160025"/>
              <a:chExt cx="844200" cy="379800"/>
            </a:xfrm>
          </p:grpSpPr>
          <p:sp>
            <p:nvSpPr>
              <p:cNvPr id="1651" name="Google Shape;1651;p49"/>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2" name="Google Shape;1652;p49"/>
              <p:cNvCxnSpPr>
                <a:stCxn id="1651"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653" name="Google Shape;1653;p49"/>
            <p:cNvGrpSpPr/>
            <p:nvPr/>
          </p:nvGrpSpPr>
          <p:grpSpPr>
            <a:xfrm>
              <a:off x="2537080" y="3717383"/>
              <a:ext cx="844200" cy="379800"/>
              <a:chOff x="2537080" y="3717383"/>
              <a:chExt cx="844200" cy="379800"/>
            </a:xfrm>
          </p:grpSpPr>
          <p:sp>
            <p:nvSpPr>
              <p:cNvPr id="1654" name="Google Shape;1654;p49"/>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5" name="Google Shape;1655;p49"/>
              <p:cNvCxnSpPr>
                <a:endCxn id="1654"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656" name="Google Shape;1656;p49"/>
          <p:cNvGrpSpPr/>
          <p:nvPr/>
        </p:nvGrpSpPr>
        <p:grpSpPr>
          <a:xfrm>
            <a:off x="8134675" y="1463191"/>
            <a:ext cx="294000" cy="294000"/>
            <a:chOff x="2845025" y="3203566"/>
            <a:chExt cx="294000" cy="294000"/>
          </a:xfrm>
        </p:grpSpPr>
        <p:sp>
          <p:nvSpPr>
            <p:cNvPr id="1657" name="Google Shape;1657;p49"/>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8" name="Google Shape;1658;p49"/>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9" name="Google Shape;1659;p49"/>
          <p:cNvGrpSpPr/>
          <p:nvPr/>
        </p:nvGrpSpPr>
        <p:grpSpPr>
          <a:xfrm>
            <a:off x="7677625" y="1468816"/>
            <a:ext cx="294000" cy="294000"/>
            <a:chOff x="3139025" y="3203566"/>
            <a:chExt cx="294000" cy="294000"/>
          </a:xfrm>
        </p:grpSpPr>
        <p:sp>
          <p:nvSpPr>
            <p:cNvPr id="1660" name="Google Shape;1660;p49"/>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1" name="Google Shape;1661;p49"/>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2" name="Google Shape;1662;p49"/>
          <p:cNvGrpSpPr/>
          <p:nvPr/>
        </p:nvGrpSpPr>
        <p:grpSpPr>
          <a:xfrm>
            <a:off x="4531113" y="3391755"/>
            <a:ext cx="1557172" cy="1217042"/>
            <a:chOff x="4119061" y="3203568"/>
            <a:chExt cx="1797912" cy="1405198"/>
          </a:xfrm>
        </p:grpSpPr>
        <p:grpSp>
          <p:nvGrpSpPr>
            <p:cNvPr id="1663" name="Google Shape;1663;p49"/>
            <p:cNvGrpSpPr/>
            <p:nvPr/>
          </p:nvGrpSpPr>
          <p:grpSpPr>
            <a:xfrm>
              <a:off x="4293061" y="3203568"/>
              <a:ext cx="1449912" cy="1405198"/>
              <a:chOff x="4293061" y="3203568"/>
              <a:chExt cx="1449912" cy="1405198"/>
            </a:xfrm>
          </p:grpSpPr>
          <p:grpSp>
            <p:nvGrpSpPr>
              <p:cNvPr id="1664" name="Google Shape;1664;p49"/>
              <p:cNvGrpSpPr/>
              <p:nvPr/>
            </p:nvGrpSpPr>
            <p:grpSpPr>
              <a:xfrm>
                <a:off x="4370871" y="3203568"/>
                <a:ext cx="1293846" cy="1405198"/>
                <a:chOff x="7734309" y="2063282"/>
                <a:chExt cx="570957" cy="620095"/>
              </a:xfrm>
            </p:grpSpPr>
            <p:grpSp>
              <p:nvGrpSpPr>
                <p:cNvPr id="1665" name="Google Shape;1665;p49"/>
                <p:cNvGrpSpPr/>
                <p:nvPr/>
              </p:nvGrpSpPr>
              <p:grpSpPr>
                <a:xfrm>
                  <a:off x="8031573" y="2063282"/>
                  <a:ext cx="273693" cy="620095"/>
                  <a:chOff x="8031573" y="2063282"/>
                  <a:chExt cx="273693" cy="620095"/>
                </a:xfrm>
              </p:grpSpPr>
              <p:sp>
                <p:nvSpPr>
                  <p:cNvPr id="1666" name="Google Shape;1666;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49"/>
                <p:cNvGrpSpPr/>
                <p:nvPr/>
              </p:nvGrpSpPr>
              <p:grpSpPr>
                <a:xfrm flipH="1">
                  <a:off x="7734309" y="2063282"/>
                  <a:ext cx="273693" cy="620095"/>
                  <a:chOff x="8031573" y="2063282"/>
                  <a:chExt cx="273693" cy="620095"/>
                </a:xfrm>
              </p:grpSpPr>
              <p:sp>
                <p:nvSpPr>
                  <p:cNvPr id="1671" name="Google Shape;1671;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5" name="Google Shape;1675;p49"/>
              <p:cNvGrpSpPr/>
              <p:nvPr/>
            </p:nvGrpSpPr>
            <p:grpSpPr>
              <a:xfrm>
                <a:off x="4293061" y="3409734"/>
                <a:ext cx="1449912" cy="992320"/>
                <a:chOff x="4287819" y="3435027"/>
                <a:chExt cx="1229051" cy="841163"/>
              </a:xfrm>
            </p:grpSpPr>
            <p:grpSp>
              <p:nvGrpSpPr>
                <p:cNvPr id="1676" name="Google Shape;1676;p49"/>
                <p:cNvGrpSpPr/>
                <p:nvPr/>
              </p:nvGrpSpPr>
              <p:grpSpPr>
                <a:xfrm>
                  <a:off x="4287819" y="3435027"/>
                  <a:ext cx="223500" cy="841163"/>
                  <a:chOff x="4287819" y="3435027"/>
                  <a:chExt cx="223500" cy="841163"/>
                </a:xfrm>
              </p:grpSpPr>
              <p:sp>
                <p:nvSpPr>
                  <p:cNvPr id="1677" name="Google Shape;1677;p49"/>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8" name="Google Shape;1678;p49"/>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9" name="Google Shape;1679;p49"/>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80" name="Google Shape;1680;p49"/>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1" name="Google Shape;1681;p49"/>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2" name="Google Shape;1682;p49"/>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683" name="Google Shape;1683;p49"/>
            <p:cNvCxnSpPr>
              <a:endCxn id="1677"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684" name="Google Shape;1684;p49"/>
            <p:cNvCxnSpPr>
              <a:endCxn id="1678"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85" name="Google Shape;1685;p49"/>
            <p:cNvCxnSpPr>
              <a:endCxn id="1679"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686" name="Google Shape;1686;p49"/>
            <p:cNvCxnSpPr>
              <a:stCxn id="1680"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687" name="Google Shape;1687;p49"/>
            <p:cNvCxnSpPr>
              <a:stCxn id="1681"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88" name="Google Shape;1688;p49"/>
            <p:cNvCxnSpPr>
              <a:endCxn id="1682"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689" name="Google Shape;1689;p49"/>
          <p:cNvGrpSpPr/>
          <p:nvPr/>
        </p:nvGrpSpPr>
        <p:grpSpPr>
          <a:xfrm>
            <a:off x="7453725" y="2058438"/>
            <a:ext cx="461100" cy="1040700"/>
            <a:chOff x="7453725" y="2058438"/>
            <a:chExt cx="461100" cy="1040700"/>
          </a:xfrm>
        </p:grpSpPr>
        <p:sp>
          <p:nvSpPr>
            <p:cNvPr id="1690" name="Google Shape;1690;p49"/>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1" name="Google Shape;1691;p49"/>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2" name="Google Shape;1692;p49"/>
          <p:cNvGrpSpPr/>
          <p:nvPr/>
        </p:nvGrpSpPr>
        <p:grpSpPr>
          <a:xfrm>
            <a:off x="7982555" y="2045950"/>
            <a:ext cx="458370" cy="1053166"/>
            <a:chOff x="7982885" y="2045956"/>
            <a:chExt cx="462300" cy="1053166"/>
          </a:xfrm>
        </p:grpSpPr>
        <p:grpSp>
          <p:nvGrpSpPr>
            <p:cNvPr id="1693" name="Google Shape;1693;p49"/>
            <p:cNvGrpSpPr/>
            <p:nvPr/>
          </p:nvGrpSpPr>
          <p:grpSpPr>
            <a:xfrm>
              <a:off x="7982885" y="2045956"/>
              <a:ext cx="462300" cy="1053166"/>
              <a:chOff x="7982885" y="2045956"/>
              <a:chExt cx="462300" cy="1053166"/>
            </a:xfrm>
          </p:grpSpPr>
          <p:sp>
            <p:nvSpPr>
              <p:cNvPr id="1694" name="Google Shape;1694;p49"/>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5" name="Google Shape;1695;p49"/>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96" name="Google Shape;1696;p49"/>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graphicFrame>
        <p:nvGraphicFramePr>
          <p:cNvPr id="1701" name="Google Shape;1701;p50"/>
          <p:cNvGraphicFramePr/>
          <p:nvPr/>
        </p:nvGraphicFramePr>
        <p:xfrm>
          <a:off x="709825" y="538604"/>
          <a:ext cx="3000000" cy="3000000"/>
        </p:xfrm>
        <a:graphic>
          <a:graphicData uri="http://schemas.openxmlformats.org/drawingml/2006/table">
            <a:tbl>
              <a:tblPr>
                <a:noFill/>
                <a:tableStyleId>{6A56D8BE-0022-4943-9EAC-562C483FE479}</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02" name="Google Shape;1702;p50"/>
          <p:cNvGrpSpPr/>
          <p:nvPr/>
        </p:nvGrpSpPr>
        <p:grpSpPr>
          <a:xfrm>
            <a:off x="4513247" y="4395555"/>
            <a:ext cx="1633002" cy="187242"/>
            <a:chOff x="2601154" y="2445833"/>
            <a:chExt cx="1387546" cy="159138"/>
          </a:xfrm>
        </p:grpSpPr>
        <p:grpSp>
          <p:nvGrpSpPr>
            <p:cNvPr id="1703" name="Google Shape;1703;p50"/>
            <p:cNvGrpSpPr/>
            <p:nvPr/>
          </p:nvGrpSpPr>
          <p:grpSpPr>
            <a:xfrm>
              <a:off x="2601154" y="2445833"/>
              <a:ext cx="840328" cy="159138"/>
              <a:chOff x="2601154" y="2445833"/>
              <a:chExt cx="840328" cy="159138"/>
            </a:xfrm>
          </p:grpSpPr>
          <p:sp>
            <p:nvSpPr>
              <p:cNvPr id="1704" name="Google Shape;1704;p50"/>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0"/>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0"/>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0"/>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0"/>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0"/>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0"/>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50"/>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0"/>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50"/>
          <p:cNvGrpSpPr/>
          <p:nvPr/>
        </p:nvGrpSpPr>
        <p:grpSpPr>
          <a:xfrm>
            <a:off x="4509949" y="4106638"/>
            <a:ext cx="1636295" cy="178683"/>
            <a:chOff x="3558802" y="4011244"/>
            <a:chExt cx="1866000" cy="111600"/>
          </a:xfrm>
        </p:grpSpPr>
        <p:sp>
          <p:nvSpPr>
            <p:cNvPr id="1723" name="Google Shape;1723;p50"/>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0"/>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50"/>
          <p:cNvGrpSpPr/>
          <p:nvPr/>
        </p:nvGrpSpPr>
        <p:grpSpPr>
          <a:xfrm>
            <a:off x="717059" y="4106373"/>
            <a:ext cx="1636097" cy="141596"/>
            <a:chOff x="2598024" y="2207461"/>
            <a:chExt cx="1383474" cy="119733"/>
          </a:xfrm>
        </p:grpSpPr>
        <p:sp>
          <p:nvSpPr>
            <p:cNvPr id="1726" name="Google Shape;1726;p50"/>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0"/>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 name="Google Shape;1734;p50"/>
          <p:cNvGrpSpPr/>
          <p:nvPr/>
        </p:nvGrpSpPr>
        <p:grpSpPr>
          <a:xfrm>
            <a:off x="2615056" y="4378476"/>
            <a:ext cx="1636335" cy="229964"/>
            <a:chOff x="723300" y="4253549"/>
            <a:chExt cx="2276482" cy="324900"/>
          </a:xfrm>
        </p:grpSpPr>
        <p:sp>
          <p:nvSpPr>
            <p:cNvPr id="1735" name="Google Shape;1735;p50"/>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0"/>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50"/>
          <p:cNvGrpSpPr/>
          <p:nvPr/>
        </p:nvGrpSpPr>
        <p:grpSpPr>
          <a:xfrm>
            <a:off x="2616017" y="4106810"/>
            <a:ext cx="1634508" cy="211915"/>
            <a:chOff x="705948" y="3788465"/>
            <a:chExt cx="2308953" cy="299400"/>
          </a:xfrm>
        </p:grpSpPr>
        <p:sp>
          <p:nvSpPr>
            <p:cNvPr id="1741" name="Google Shape;1741;p50"/>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0"/>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50"/>
          <p:cNvGrpSpPr/>
          <p:nvPr/>
        </p:nvGrpSpPr>
        <p:grpSpPr>
          <a:xfrm>
            <a:off x="717063" y="4466290"/>
            <a:ext cx="1636137" cy="142321"/>
            <a:chOff x="717063" y="4466290"/>
            <a:chExt cx="1636137" cy="142321"/>
          </a:xfrm>
        </p:grpSpPr>
        <p:grpSp>
          <p:nvGrpSpPr>
            <p:cNvPr id="1747" name="Google Shape;1747;p50"/>
            <p:cNvGrpSpPr/>
            <p:nvPr/>
          </p:nvGrpSpPr>
          <p:grpSpPr>
            <a:xfrm>
              <a:off x="717063" y="4466290"/>
              <a:ext cx="1636137" cy="0"/>
              <a:chOff x="5224975" y="2962250"/>
              <a:chExt cx="1544400" cy="0"/>
            </a:xfrm>
          </p:grpSpPr>
          <p:cxnSp>
            <p:nvCxnSpPr>
              <p:cNvPr id="1748" name="Google Shape;1748;p50"/>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49" name="Google Shape;1749;p50"/>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750" name="Google Shape;1750;p50"/>
            <p:cNvGrpSpPr/>
            <p:nvPr/>
          </p:nvGrpSpPr>
          <p:grpSpPr>
            <a:xfrm>
              <a:off x="717063" y="4608612"/>
              <a:ext cx="1636137" cy="0"/>
              <a:chOff x="5224975" y="2962250"/>
              <a:chExt cx="1544400" cy="0"/>
            </a:xfrm>
          </p:grpSpPr>
          <p:cxnSp>
            <p:nvCxnSpPr>
              <p:cNvPr id="1751" name="Google Shape;1751;p50"/>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2" name="Google Shape;1752;p50"/>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753" name="Google Shape;1753;p50"/>
          <p:cNvGrpSpPr/>
          <p:nvPr/>
        </p:nvGrpSpPr>
        <p:grpSpPr>
          <a:xfrm>
            <a:off x="4360502" y="551726"/>
            <a:ext cx="1942231" cy="1498773"/>
            <a:chOff x="4267623" y="1395910"/>
            <a:chExt cx="1364980" cy="1053323"/>
          </a:xfrm>
        </p:grpSpPr>
        <p:sp>
          <p:nvSpPr>
            <p:cNvPr id="1754" name="Google Shape;1754;p50"/>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5" name="Google Shape;1755;p50"/>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6" name="Google Shape;1756;p50"/>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7" name="Google Shape;1757;p50"/>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8" name="Google Shape;1758;p50"/>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9" name="Google Shape;1759;p50"/>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0" name="Google Shape;1760;p50"/>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1" name="Google Shape;1761;p50"/>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62" name="Google Shape;1762;p50"/>
            <p:cNvCxnSpPr>
              <a:stCxn id="1758" idx="2"/>
              <a:endCxn id="1754"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763" name="Google Shape;1763;p50"/>
            <p:cNvCxnSpPr>
              <a:stCxn id="1760" idx="6"/>
              <a:endCxn id="1755"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764" name="Google Shape;1764;p50"/>
            <p:cNvCxnSpPr>
              <a:stCxn id="1756" idx="3"/>
              <a:endCxn id="1759"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765" name="Google Shape;1765;p50"/>
            <p:cNvCxnSpPr>
              <a:stCxn id="1757" idx="0"/>
              <a:endCxn id="1761"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766" name="Google Shape;1766;p50"/>
          <p:cNvGrpSpPr/>
          <p:nvPr/>
        </p:nvGrpSpPr>
        <p:grpSpPr>
          <a:xfrm>
            <a:off x="7297251" y="2327905"/>
            <a:ext cx="1133434" cy="710700"/>
            <a:chOff x="4277294" y="3280212"/>
            <a:chExt cx="1434000" cy="899165"/>
          </a:xfrm>
        </p:grpSpPr>
        <p:grpSp>
          <p:nvGrpSpPr>
            <p:cNvPr id="1767" name="Google Shape;1767;p50"/>
            <p:cNvGrpSpPr/>
            <p:nvPr/>
          </p:nvGrpSpPr>
          <p:grpSpPr>
            <a:xfrm>
              <a:off x="4277294" y="3985877"/>
              <a:ext cx="1434000" cy="193500"/>
              <a:chOff x="4277294" y="3985877"/>
              <a:chExt cx="1434000" cy="193500"/>
            </a:xfrm>
          </p:grpSpPr>
          <p:sp>
            <p:nvSpPr>
              <p:cNvPr id="1768" name="Google Shape;1768;p50"/>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9" name="Google Shape;1769;p50"/>
              <p:cNvCxnSpPr>
                <a:stCxn id="1768"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770" name="Google Shape;1770;p50"/>
            <p:cNvGrpSpPr/>
            <p:nvPr/>
          </p:nvGrpSpPr>
          <p:grpSpPr>
            <a:xfrm>
              <a:off x="4332478" y="3746351"/>
              <a:ext cx="1182600" cy="193500"/>
              <a:chOff x="4332478" y="3746351"/>
              <a:chExt cx="1182600" cy="193500"/>
            </a:xfrm>
          </p:grpSpPr>
          <p:sp>
            <p:nvSpPr>
              <p:cNvPr id="1771" name="Google Shape;1771;p50"/>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2" name="Google Shape;1772;p50"/>
              <p:cNvCxnSpPr>
                <a:endCxn id="1771"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773" name="Google Shape;1773;p50"/>
            <p:cNvGrpSpPr/>
            <p:nvPr/>
          </p:nvGrpSpPr>
          <p:grpSpPr>
            <a:xfrm>
              <a:off x="4562350" y="3513282"/>
              <a:ext cx="861000" cy="193500"/>
              <a:chOff x="4562350" y="3513282"/>
              <a:chExt cx="861000" cy="193500"/>
            </a:xfrm>
          </p:grpSpPr>
          <p:sp>
            <p:nvSpPr>
              <p:cNvPr id="1774" name="Google Shape;1774;p50"/>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5" name="Google Shape;1775;p50"/>
              <p:cNvCxnSpPr>
                <a:stCxn id="1774"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776" name="Google Shape;1776;p50"/>
            <p:cNvGrpSpPr/>
            <p:nvPr/>
          </p:nvGrpSpPr>
          <p:grpSpPr>
            <a:xfrm>
              <a:off x="4686335" y="3280212"/>
              <a:ext cx="493500" cy="193500"/>
              <a:chOff x="4686335" y="3280212"/>
              <a:chExt cx="493500" cy="193500"/>
            </a:xfrm>
          </p:grpSpPr>
          <p:sp>
            <p:nvSpPr>
              <p:cNvPr id="1777" name="Google Shape;1777;p50"/>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8" name="Google Shape;1778;p50"/>
              <p:cNvCxnSpPr>
                <a:endCxn id="1777"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779" name="Google Shape;1779;p50"/>
          <p:cNvGrpSpPr/>
          <p:nvPr/>
        </p:nvGrpSpPr>
        <p:grpSpPr>
          <a:xfrm>
            <a:off x="6410637" y="2327964"/>
            <a:ext cx="790364" cy="710721"/>
            <a:chOff x="5760425" y="3623250"/>
            <a:chExt cx="1309200" cy="1177275"/>
          </a:xfrm>
        </p:grpSpPr>
        <p:sp>
          <p:nvSpPr>
            <p:cNvPr id="1780" name="Google Shape;1780;p50"/>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1" name="Google Shape;1781;p50"/>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2" name="Google Shape;1782;p50"/>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3" name="Google Shape;1783;p50"/>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84" name="Google Shape;1784;p50"/>
          <p:cNvGrpSpPr/>
          <p:nvPr/>
        </p:nvGrpSpPr>
        <p:grpSpPr>
          <a:xfrm>
            <a:off x="2615190" y="2430902"/>
            <a:ext cx="1636200" cy="1510967"/>
            <a:chOff x="2541874" y="2328050"/>
            <a:chExt cx="1632446" cy="1507500"/>
          </a:xfrm>
        </p:grpSpPr>
        <p:grpSp>
          <p:nvGrpSpPr>
            <p:cNvPr id="1785" name="Google Shape;1785;p50"/>
            <p:cNvGrpSpPr/>
            <p:nvPr/>
          </p:nvGrpSpPr>
          <p:grpSpPr>
            <a:xfrm>
              <a:off x="2541874" y="2397088"/>
              <a:ext cx="1632446" cy="1369424"/>
              <a:chOff x="2541874" y="2419113"/>
              <a:chExt cx="1632446" cy="1369424"/>
            </a:xfrm>
          </p:grpSpPr>
          <p:sp>
            <p:nvSpPr>
              <p:cNvPr id="1786" name="Google Shape;1786;p50"/>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7" name="Google Shape;1787;p50"/>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8" name="Google Shape;1788;p50"/>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9" name="Google Shape;1789;p50"/>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0" name="Google Shape;1790;p50"/>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1" name="Google Shape;1791;p50"/>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2" name="Google Shape;1792;p50"/>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3" name="Google Shape;1793;p50"/>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4" name="Google Shape;1794;p50"/>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5" name="Google Shape;1795;p50"/>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6" name="Google Shape;1796;p50"/>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7" name="Google Shape;1797;p50"/>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8" name="Google Shape;1798;p50"/>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9" name="Google Shape;1799;p50"/>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0" name="Google Shape;1800;p50"/>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1" name="Google Shape;1801;p50"/>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2" name="Google Shape;1802;p50"/>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3" name="Google Shape;1803;p50"/>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4" name="Google Shape;1804;p50"/>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5" name="Google Shape;1805;p50"/>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6" name="Google Shape;1806;p50"/>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7" name="Google Shape;1807;p50"/>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8" name="Google Shape;1808;p50"/>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9" name="Google Shape;1809;p50"/>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10" name="Google Shape;1810;p50"/>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11" name="Google Shape;1811;p50"/>
          <p:cNvGrpSpPr/>
          <p:nvPr/>
        </p:nvGrpSpPr>
        <p:grpSpPr>
          <a:xfrm>
            <a:off x="4578681" y="2337868"/>
            <a:ext cx="1498830" cy="1498830"/>
            <a:chOff x="2734075" y="2398825"/>
            <a:chExt cx="1410000" cy="1410000"/>
          </a:xfrm>
        </p:grpSpPr>
        <p:sp>
          <p:nvSpPr>
            <p:cNvPr id="1812" name="Google Shape;1812;p50"/>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3" name="Google Shape;1813;p50"/>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0"/>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5" name="Google Shape;1815;p50"/>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16" name="Google Shape;1816;p50"/>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7" name="Google Shape;1817;p50"/>
          <p:cNvCxnSpPr>
            <a:stCxn id="1816"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18" name="Google Shape;1818;p50"/>
          <p:cNvGrpSpPr/>
          <p:nvPr/>
        </p:nvGrpSpPr>
        <p:grpSpPr>
          <a:xfrm>
            <a:off x="7127800" y="3303050"/>
            <a:ext cx="583200" cy="1305300"/>
            <a:chOff x="7127800" y="3303050"/>
            <a:chExt cx="583200" cy="1305300"/>
          </a:xfrm>
        </p:grpSpPr>
        <p:sp>
          <p:nvSpPr>
            <p:cNvPr id="1819" name="Google Shape;1819;p50"/>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0" name="Google Shape;1820;p50"/>
            <p:cNvCxnSpPr>
              <a:stCxn id="1819"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1" name="Google Shape;1821;p50"/>
          <p:cNvGrpSpPr/>
          <p:nvPr/>
        </p:nvGrpSpPr>
        <p:grpSpPr>
          <a:xfrm>
            <a:off x="7847475" y="3303175"/>
            <a:ext cx="583200" cy="1305300"/>
            <a:chOff x="7847475" y="3303175"/>
            <a:chExt cx="583200" cy="1305300"/>
          </a:xfrm>
        </p:grpSpPr>
        <p:sp>
          <p:nvSpPr>
            <p:cNvPr id="1822" name="Google Shape;1822;p50"/>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3" name="Google Shape;1823;p50"/>
            <p:cNvCxnSpPr>
              <a:stCxn id="1822"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4" name="Google Shape;1824;p50"/>
          <p:cNvGrpSpPr/>
          <p:nvPr/>
        </p:nvGrpSpPr>
        <p:grpSpPr>
          <a:xfrm>
            <a:off x="647130" y="3397568"/>
            <a:ext cx="531608" cy="531608"/>
            <a:chOff x="640000" y="3356400"/>
            <a:chExt cx="543900" cy="543900"/>
          </a:xfrm>
        </p:grpSpPr>
        <p:sp>
          <p:nvSpPr>
            <p:cNvPr id="1825" name="Google Shape;1825;p50"/>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6" name="Google Shape;1826;p50"/>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27" name="Google Shape;1827;p50"/>
          <p:cNvGrpSpPr/>
          <p:nvPr/>
        </p:nvGrpSpPr>
        <p:grpSpPr>
          <a:xfrm>
            <a:off x="1234362" y="3397568"/>
            <a:ext cx="531608" cy="531608"/>
            <a:chOff x="1221113" y="3356400"/>
            <a:chExt cx="543900" cy="543900"/>
          </a:xfrm>
        </p:grpSpPr>
        <p:sp>
          <p:nvSpPr>
            <p:cNvPr id="1828" name="Google Shape;1828;p50"/>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9" name="Google Shape;1829;p50"/>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0" name="Google Shape;1830;p50"/>
          <p:cNvGrpSpPr/>
          <p:nvPr/>
        </p:nvGrpSpPr>
        <p:grpSpPr>
          <a:xfrm>
            <a:off x="1821593" y="3397568"/>
            <a:ext cx="531608" cy="531608"/>
            <a:chOff x="1802222" y="3356400"/>
            <a:chExt cx="543900" cy="543900"/>
          </a:xfrm>
        </p:grpSpPr>
        <p:sp>
          <p:nvSpPr>
            <p:cNvPr id="1831" name="Google Shape;1831;p50"/>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2" name="Google Shape;1832;p50"/>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3" name="Google Shape;1833;p50"/>
          <p:cNvGrpSpPr/>
          <p:nvPr/>
        </p:nvGrpSpPr>
        <p:grpSpPr>
          <a:xfrm>
            <a:off x="2615050" y="538596"/>
            <a:ext cx="1636500" cy="1636500"/>
            <a:chOff x="2615050" y="501067"/>
            <a:chExt cx="1636500" cy="1636500"/>
          </a:xfrm>
        </p:grpSpPr>
        <p:sp>
          <p:nvSpPr>
            <p:cNvPr id="1834" name="Google Shape;1834;p50"/>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5" name="Google Shape;1835;p50"/>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6" name="Google Shape;1836;p50"/>
          <p:cNvGrpSpPr/>
          <p:nvPr/>
        </p:nvGrpSpPr>
        <p:grpSpPr>
          <a:xfrm>
            <a:off x="6410574" y="539471"/>
            <a:ext cx="3519095" cy="3002836"/>
            <a:chOff x="6781275" y="766449"/>
            <a:chExt cx="2814375" cy="2401500"/>
          </a:xfrm>
        </p:grpSpPr>
        <p:grpSp>
          <p:nvGrpSpPr>
            <p:cNvPr id="1837" name="Google Shape;1837;p50"/>
            <p:cNvGrpSpPr/>
            <p:nvPr/>
          </p:nvGrpSpPr>
          <p:grpSpPr>
            <a:xfrm>
              <a:off x="6781275" y="766449"/>
              <a:ext cx="2814375" cy="2401500"/>
              <a:chOff x="6781275" y="766449"/>
              <a:chExt cx="2814375" cy="2401500"/>
            </a:xfrm>
          </p:grpSpPr>
          <p:sp>
            <p:nvSpPr>
              <p:cNvPr id="1838" name="Google Shape;1838;p50"/>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39" name="Google Shape;1839;p50"/>
              <p:cNvCxnSpPr>
                <a:stCxn id="1838" idx="0"/>
                <a:endCxn id="1840"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40" name="Google Shape;1840;p50"/>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1" name="Google Shape;1841;p50"/>
            <p:cNvGrpSpPr/>
            <p:nvPr/>
          </p:nvGrpSpPr>
          <p:grpSpPr>
            <a:xfrm>
              <a:off x="6781275" y="1098578"/>
              <a:ext cx="2487825" cy="1748400"/>
              <a:chOff x="6781275" y="1098578"/>
              <a:chExt cx="2487825" cy="1748400"/>
            </a:xfrm>
          </p:grpSpPr>
          <p:sp>
            <p:nvSpPr>
              <p:cNvPr id="1842" name="Google Shape;1842;p50"/>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3" name="Google Shape;1843;p50"/>
              <p:cNvCxnSpPr>
                <a:stCxn id="1842" idx="0"/>
                <a:endCxn id="1844"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44" name="Google Shape;1844;p50"/>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5" name="Google Shape;1845;p50"/>
            <p:cNvGrpSpPr/>
            <p:nvPr/>
          </p:nvGrpSpPr>
          <p:grpSpPr>
            <a:xfrm>
              <a:off x="6781275" y="1415859"/>
              <a:ext cx="2193850" cy="1160400"/>
              <a:chOff x="6781275" y="1415859"/>
              <a:chExt cx="2193850" cy="1160400"/>
            </a:xfrm>
          </p:grpSpPr>
          <p:sp>
            <p:nvSpPr>
              <p:cNvPr id="1846" name="Google Shape;1846;p50"/>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7" name="Google Shape;1847;p50"/>
              <p:cNvCxnSpPr>
                <a:stCxn id="1846" idx="0"/>
                <a:endCxn id="1848"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848" name="Google Shape;1848;p50"/>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9" name="Google Shape;1849;p50"/>
            <p:cNvGrpSpPr/>
            <p:nvPr/>
          </p:nvGrpSpPr>
          <p:grpSpPr>
            <a:xfrm>
              <a:off x="6781275" y="1746372"/>
              <a:ext cx="1866075" cy="504900"/>
              <a:chOff x="6781275" y="1746372"/>
              <a:chExt cx="1866075" cy="504900"/>
            </a:xfrm>
          </p:grpSpPr>
          <p:sp>
            <p:nvSpPr>
              <p:cNvPr id="1850" name="Google Shape;1850;p50"/>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1" name="Google Shape;1851;p50"/>
              <p:cNvCxnSpPr>
                <a:stCxn id="1850" idx="1"/>
                <a:endCxn id="1852"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852" name="Google Shape;1852;p50"/>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853" name="Google Shape;1853;p50"/>
          <p:cNvGrpSpPr/>
          <p:nvPr/>
        </p:nvGrpSpPr>
        <p:grpSpPr>
          <a:xfrm>
            <a:off x="2616150" y="1472035"/>
            <a:ext cx="1636500" cy="1636500"/>
            <a:chOff x="2615050" y="501067"/>
            <a:chExt cx="1636500" cy="1636500"/>
          </a:xfrm>
        </p:grpSpPr>
        <p:sp>
          <p:nvSpPr>
            <p:cNvPr id="1854" name="Google Shape;1854;p50"/>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5" name="Google Shape;1855;p50"/>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59" name="Shape 1859"/>
        <p:cNvGrpSpPr/>
        <p:nvPr/>
      </p:nvGrpSpPr>
      <p:grpSpPr>
        <a:xfrm>
          <a:off x="0" y="0"/>
          <a:ext cx="0" cy="0"/>
          <a:chOff x="0" y="0"/>
          <a:chExt cx="0" cy="0"/>
        </a:xfrm>
      </p:grpSpPr>
      <p:sp>
        <p:nvSpPr>
          <p:cNvPr id="1860" name="Google Shape;1860;p51"/>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61" name="Google Shape;1861;p5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862" name="Google Shape;1862;p51"/>
          <p:cNvGrpSpPr/>
          <p:nvPr/>
        </p:nvGrpSpPr>
        <p:grpSpPr>
          <a:xfrm>
            <a:off x="8140900" y="2447514"/>
            <a:ext cx="296450" cy="253295"/>
            <a:chOff x="866243" y="2291587"/>
            <a:chExt cx="415546" cy="355053"/>
          </a:xfrm>
        </p:grpSpPr>
        <p:sp>
          <p:nvSpPr>
            <p:cNvPr id="1863" name="Google Shape;1863;p5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 name="Google Shape;1868;p51"/>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9" name="Google Shape;1869;p51"/>
          <p:cNvGrpSpPr/>
          <p:nvPr/>
        </p:nvGrpSpPr>
        <p:grpSpPr>
          <a:xfrm>
            <a:off x="6396833" y="2443531"/>
            <a:ext cx="286292" cy="261262"/>
            <a:chOff x="1958520" y="2302574"/>
            <a:chExt cx="359213" cy="327807"/>
          </a:xfrm>
        </p:grpSpPr>
        <p:sp>
          <p:nvSpPr>
            <p:cNvPr id="1870" name="Google Shape;1870;p5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51"/>
          <p:cNvGrpSpPr/>
          <p:nvPr/>
        </p:nvGrpSpPr>
        <p:grpSpPr>
          <a:xfrm>
            <a:off x="7763671" y="2427016"/>
            <a:ext cx="169865" cy="294291"/>
            <a:chOff x="2656082" y="2287427"/>
            <a:chExt cx="207582" cy="359594"/>
          </a:xfrm>
        </p:grpSpPr>
        <p:sp>
          <p:nvSpPr>
            <p:cNvPr id="1874" name="Google Shape;1874;p5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51"/>
          <p:cNvGrpSpPr/>
          <p:nvPr/>
        </p:nvGrpSpPr>
        <p:grpSpPr>
          <a:xfrm>
            <a:off x="2025918" y="3328852"/>
            <a:ext cx="286364" cy="228767"/>
            <a:chOff x="3049653" y="2321468"/>
            <a:chExt cx="362991" cy="290018"/>
          </a:xfrm>
        </p:grpSpPr>
        <p:sp>
          <p:nvSpPr>
            <p:cNvPr id="1879" name="Google Shape;1879;p5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51"/>
          <p:cNvGrpSpPr/>
          <p:nvPr/>
        </p:nvGrpSpPr>
        <p:grpSpPr>
          <a:xfrm>
            <a:off x="712681" y="4202275"/>
            <a:ext cx="281068" cy="236414"/>
            <a:chOff x="3564243" y="2289904"/>
            <a:chExt cx="422342" cy="355243"/>
          </a:xfrm>
        </p:grpSpPr>
        <p:sp>
          <p:nvSpPr>
            <p:cNvPr id="1884" name="Google Shape;1884;p5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 name="Google Shape;1889;p51"/>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0" name="Google Shape;1890;p51"/>
          <p:cNvGrpSpPr/>
          <p:nvPr/>
        </p:nvGrpSpPr>
        <p:grpSpPr>
          <a:xfrm>
            <a:off x="5520135" y="2435836"/>
            <a:ext cx="281058" cy="276651"/>
            <a:chOff x="4687894" y="2289713"/>
            <a:chExt cx="359594" cy="353909"/>
          </a:xfrm>
        </p:grpSpPr>
        <p:sp>
          <p:nvSpPr>
            <p:cNvPr id="1891" name="Google Shape;1891;p5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 name="Google Shape;1894;p51"/>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5" name="Google Shape;1895;p51"/>
          <p:cNvGrpSpPr/>
          <p:nvPr/>
        </p:nvGrpSpPr>
        <p:grpSpPr>
          <a:xfrm>
            <a:off x="2042370" y="2428599"/>
            <a:ext cx="241585" cy="291125"/>
            <a:chOff x="6421399" y="2308227"/>
            <a:chExt cx="263567" cy="317614"/>
          </a:xfrm>
        </p:grpSpPr>
        <p:sp>
          <p:nvSpPr>
            <p:cNvPr id="1896" name="Google Shape;1896;p5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51"/>
          <p:cNvGrpSpPr/>
          <p:nvPr/>
        </p:nvGrpSpPr>
        <p:grpSpPr>
          <a:xfrm>
            <a:off x="2466471" y="2440211"/>
            <a:ext cx="281077" cy="267900"/>
            <a:chOff x="6870193" y="2295620"/>
            <a:chExt cx="360356" cy="343462"/>
          </a:xfrm>
        </p:grpSpPr>
        <p:sp>
          <p:nvSpPr>
            <p:cNvPr id="1901" name="Google Shape;1901;p5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 name="Google Shape;1903;p51"/>
          <p:cNvGrpSpPr/>
          <p:nvPr/>
        </p:nvGrpSpPr>
        <p:grpSpPr>
          <a:xfrm>
            <a:off x="3330554" y="2432706"/>
            <a:ext cx="295928" cy="282911"/>
            <a:chOff x="7441465" y="2302860"/>
            <a:chExt cx="342192" cy="327140"/>
          </a:xfrm>
        </p:grpSpPr>
        <p:sp>
          <p:nvSpPr>
            <p:cNvPr id="1904" name="Google Shape;1904;p5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1"/>
          <p:cNvGrpSpPr/>
          <p:nvPr/>
        </p:nvGrpSpPr>
        <p:grpSpPr>
          <a:xfrm>
            <a:off x="1581866" y="2470856"/>
            <a:ext cx="293728" cy="206610"/>
            <a:chOff x="7989683" y="2350207"/>
            <a:chExt cx="332761" cy="234066"/>
          </a:xfrm>
        </p:grpSpPr>
        <p:sp>
          <p:nvSpPr>
            <p:cNvPr id="1907" name="Google Shape;1907;p5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51"/>
          <p:cNvGrpSpPr/>
          <p:nvPr/>
        </p:nvGrpSpPr>
        <p:grpSpPr>
          <a:xfrm>
            <a:off x="2460871" y="3302818"/>
            <a:ext cx="281146" cy="280834"/>
            <a:chOff x="5823294" y="2309751"/>
            <a:chExt cx="315327" cy="314978"/>
          </a:xfrm>
        </p:grpSpPr>
        <p:sp>
          <p:nvSpPr>
            <p:cNvPr id="1914" name="Google Shape;1914;p5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51"/>
          <p:cNvGrpSpPr/>
          <p:nvPr/>
        </p:nvGrpSpPr>
        <p:grpSpPr>
          <a:xfrm>
            <a:off x="2052032" y="2882656"/>
            <a:ext cx="246854" cy="246600"/>
            <a:chOff x="2497275" y="2744159"/>
            <a:chExt cx="370930" cy="370549"/>
          </a:xfrm>
        </p:grpSpPr>
        <p:sp>
          <p:nvSpPr>
            <p:cNvPr id="1932" name="Google Shape;1932;p5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51"/>
          <p:cNvGrpSpPr/>
          <p:nvPr/>
        </p:nvGrpSpPr>
        <p:grpSpPr>
          <a:xfrm>
            <a:off x="5089814" y="3744587"/>
            <a:ext cx="281181" cy="276499"/>
            <a:chOff x="860940" y="2746477"/>
            <a:chExt cx="371883" cy="365691"/>
          </a:xfrm>
        </p:grpSpPr>
        <p:sp>
          <p:nvSpPr>
            <p:cNvPr id="1939" name="Google Shape;1939;p5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51"/>
          <p:cNvGrpSpPr/>
          <p:nvPr/>
        </p:nvGrpSpPr>
        <p:grpSpPr>
          <a:xfrm>
            <a:off x="4204834" y="3300885"/>
            <a:ext cx="237042" cy="284700"/>
            <a:chOff x="1493849" y="2775533"/>
            <a:chExt cx="283985" cy="341080"/>
          </a:xfrm>
        </p:grpSpPr>
        <p:sp>
          <p:nvSpPr>
            <p:cNvPr id="1945" name="Google Shape;1945;p5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 name="Google Shape;1947;p51"/>
          <p:cNvGrpSpPr/>
          <p:nvPr/>
        </p:nvGrpSpPr>
        <p:grpSpPr>
          <a:xfrm>
            <a:off x="4207761" y="2874408"/>
            <a:ext cx="286338" cy="263096"/>
            <a:chOff x="1952836" y="2774422"/>
            <a:chExt cx="372835" cy="342573"/>
          </a:xfrm>
        </p:grpSpPr>
        <p:sp>
          <p:nvSpPr>
            <p:cNvPr id="1948" name="Google Shape;1948;p5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51"/>
          <p:cNvGrpSpPr/>
          <p:nvPr/>
        </p:nvGrpSpPr>
        <p:grpSpPr>
          <a:xfrm>
            <a:off x="7283837" y="3297152"/>
            <a:ext cx="260926" cy="292166"/>
            <a:chOff x="3079916" y="2744477"/>
            <a:chExt cx="332729" cy="372518"/>
          </a:xfrm>
        </p:grpSpPr>
        <p:sp>
          <p:nvSpPr>
            <p:cNvPr id="1952" name="Google Shape;1952;p5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 name="Google Shape;1955;p51"/>
          <p:cNvGrpSpPr/>
          <p:nvPr/>
        </p:nvGrpSpPr>
        <p:grpSpPr>
          <a:xfrm>
            <a:off x="716693" y="3734448"/>
            <a:ext cx="281167" cy="296777"/>
            <a:chOff x="3620576" y="2745525"/>
            <a:chExt cx="336889" cy="355592"/>
          </a:xfrm>
        </p:grpSpPr>
        <p:sp>
          <p:nvSpPr>
            <p:cNvPr id="1956" name="Google Shape;1956;p5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51"/>
          <p:cNvGrpSpPr/>
          <p:nvPr/>
        </p:nvGrpSpPr>
        <p:grpSpPr>
          <a:xfrm>
            <a:off x="3771991" y="2866047"/>
            <a:ext cx="293131" cy="279819"/>
            <a:chOff x="4126815" y="2760704"/>
            <a:chExt cx="380393" cy="363118"/>
          </a:xfrm>
        </p:grpSpPr>
        <p:sp>
          <p:nvSpPr>
            <p:cNvPr id="1959" name="Google Shape;1959;p5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51"/>
          <p:cNvGrpSpPr/>
          <p:nvPr/>
        </p:nvGrpSpPr>
        <p:grpSpPr>
          <a:xfrm>
            <a:off x="6398551" y="3307335"/>
            <a:ext cx="281166" cy="271801"/>
            <a:chOff x="4675986" y="2745684"/>
            <a:chExt cx="381346" cy="368644"/>
          </a:xfrm>
        </p:grpSpPr>
        <p:sp>
          <p:nvSpPr>
            <p:cNvPr id="1964" name="Google Shape;1964;p5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51"/>
          <p:cNvGrpSpPr/>
          <p:nvPr/>
        </p:nvGrpSpPr>
        <p:grpSpPr>
          <a:xfrm>
            <a:off x="4213428" y="2458120"/>
            <a:ext cx="286307" cy="232082"/>
            <a:chOff x="5220616" y="2791061"/>
            <a:chExt cx="373185" cy="302466"/>
          </a:xfrm>
        </p:grpSpPr>
        <p:sp>
          <p:nvSpPr>
            <p:cNvPr id="1967" name="Google Shape;1967;p5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 name="Google Shape;1985;p51"/>
          <p:cNvGrpSpPr/>
          <p:nvPr/>
        </p:nvGrpSpPr>
        <p:grpSpPr>
          <a:xfrm>
            <a:off x="6853685" y="3300160"/>
            <a:ext cx="236507" cy="286151"/>
            <a:chOff x="5864861" y="2772517"/>
            <a:chExt cx="284366" cy="344097"/>
          </a:xfrm>
        </p:grpSpPr>
        <p:sp>
          <p:nvSpPr>
            <p:cNvPr id="1986" name="Google Shape;1986;p5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2" name="Google Shape;1992;p51"/>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3" name="Google Shape;1993;p51"/>
          <p:cNvGrpSpPr/>
          <p:nvPr/>
        </p:nvGrpSpPr>
        <p:grpSpPr>
          <a:xfrm>
            <a:off x="6863204" y="4181002"/>
            <a:ext cx="217470" cy="278961"/>
            <a:chOff x="6974158" y="2789537"/>
            <a:chExt cx="255247" cy="327458"/>
          </a:xfrm>
        </p:grpSpPr>
        <p:sp>
          <p:nvSpPr>
            <p:cNvPr id="1994" name="Google Shape;1994;p5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51"/>
          <p:cNvGrpSpPr/>
          <p:nvPr/>
        </p:nvGrpSpPr>
        <p:grpSpPr>
          <a:xfrm>
            <a:off x="7305566" y="4175272"/>
            <a:ext cx="217468" cy="290420"/>
            <a:chOff x="7530697" y="2790299"/>
            <a:chExt cx="244291" cy="326314"/>
          </a:xfrm>
        </p:grpSpPr>
        <p:sp>
          <p:nvSpPr>
            <p:cNvPr id="2001" name="Google Shape;2001;p5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51"/>
          <p:cNvGrpSpPr/>
          <p:nvPr/>
        </p:nvGrpSpPr>
        <p:grpSpPr>
          <a:xfrm>
            <a:off x="5082650" y="3320923"/>
            <a:ext cx="286284" cy="244625"/>
            <a:chOff x="7988191" y="2832248"/>
            <a:chExt cx="332348" cy="283985"/>
          </a:xfrm>
        </p:grpSpPr>
        <p:sp>
          <p:nvSpPr>
            <p:cNvPr id="2008" name="Google Shape;2008;p5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 name="Google Shape;2011;p51"/>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2" name="Google Shape;2012;p51"/>
          <p:cNvGrpSpPr/>
          <p:nvPr/>
        </p:nvGrpSpPr>
        <p:grpSpPr>
          <a:xfrm>
            <a:off x="713773" y="2468444"/>
            <a:ext cx="293738" cy="211434"/>
            <a:chOff x="3588440" y="3258368"/>
            <a:chExt cx="364484" cy="262423"/>
          </a:xfrm>
        </p:grpSpPr>
        <p:sp>
          <p:nvSpPr>
            <p:cNvPr id="2013" name="Google Shape;2013;p5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9" name="Google Shape;2019;p51"/>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0" name="Google Shape;2020;p51"/>
          <p:cNvGrpSpPr/>
          <p:nvPr/>
        </p:nvGrpSpPr>
        <p:grpSpPr>
          <a:xfrm>
            <a:off x="8139736" y="2875216"/>
            <a:ext cx="293716" cy="261482"/>
            <a:chOff x="5765817" y="3227724"/>
            <a:chExt cx="364865" cy="324822"/>
          </a:xfrm>
        </p:grpSpPr>
        <p:sp>
          <p:nvSpPr>
            <p:cNvPr id="2021" name="Google Shape;2021;p5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 name="Google Shape;2024;p51"/>
          <p:cNvGrpSpPr/>
          <p:nvPr/>
        </p:nvGrpSpPr>
        <p:grpSpPr>
          <a:xfrm>
            <a:off x="6831394" y="2865252"/>
            <a:ext cx="281090" cy="281408"/>
            <a:chOff x="865862" y="3207306"/>
            <a:chExt cx="364484" cy="364897"/>
          </a:xfrm>
        </p:grpSpPr>
        <p:sp>
          <p:nvSpPr>
            <p:cNvPr id="2025" name="Google Shape;2025;p5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51"/>
          <p:cNvGrpSpPr/>
          <p:nvPr/>
        </p:nvGrpSpPr>
        <p:grpSpPr>
          <a:xfrm>
            <a:off x="6393180" y="2879906"/>
            <a:ext cx="286288" cy="252101"/>
            <a:chOff x="1404617" y="3226962"/>
            <a:chExt cx="370168" cy="325965"/>
          </a:xfrm>
        </p:grpSpPr>
        <p:sp>
          <p:nvSpPr>
            <p:cNvPr id="2040" name="Google Shape;2040;p5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51"/>
          <p:cNvGrpSpPr/>
          <p:nvPr/>
        </p:nvGrpSpPr>
        <p:grpSpPr>
          <a:xfrm>
            <a:off x="5522154" y="2869977"/>
            <a:ext cx="281057" cy="271958"/>
            <a:chOff x="1954741" y="3212419"/>
            <a:chExt cx="366389" cy="354481"/>
          </a:xfrm>
        </p:grpSpPr>
        <p:sp>
          <p:nvSpPr>
            <p:cNvPr id="2050" name="Google Shape;2050;p5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51"/>
          <p:cNvGrpSpPr/>
          <p:nvPr/>
        </p:nvGrpSpPr>
        <p:grpSpPr>
          <a:xfrm>
            <a:off x="5082123" y="2869557"/>
            <a:ext cx="286365" cy="272799"/>
            <a:chOff x="3043239" y="3215626"/>
            <a:chExt cx="366008" cy="348670"/>
          </a:xfrm>
        </p:grpSpPr>
        <p:sp>
          <p:nvSpPr>
            <p:cNvPr id="2058" name="Google Shape;2058;p5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51"/>
          <p:cNvGrpSpPr/>
          <p:nvPr/>
        </p:nvGrpSpPr>
        <p:grpSpPr>
          <a:xfrm>
            <a:off x="1210650" y="2856874"/>
            <a:ext cx="162601" cy="298164"/>
            <a:chOff x="4218333" y="3184982"/>
            <a:chExt cx="209107" cy="383442"/>
          </a:xfrm>
        </p:grpSpPr>
        <p:sp>
          <p:nvSpPr>
            <p:cNvPr id="2061" name="Google Shape;2061;p5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 name="Google Shape;2063;p51"/>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4" name="Google Shape;2064;p51"/>
          <p:cNvGrpSpPr/>
          <p:nvPr/>
        </p:nvGrpSpPr>
        <p:grpSpPr>
          <a:xfrm>
            <a:off x="710843" y="3300641"/>
            <a:ext cx="264727" cy="285189"/>
            <a:chOff x="6896644" y="3216007"/>
            <a:chExt cx="322917" cy="347876"/>
          </a:xfrm>
        </p:grpSpPr>
        <p:sp>
          <p:nvSpPr>
            <p:cNvPr id="2065" name="Google Shape;2065;p5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51"/>
          <p:cNvGrpSpPr/>
          <p:nvPr/>
        </p:nvGrpSpPr>
        <p:grpSpPr>
          <a:xfrm>
            <a:off x="1587965" y="3740026"/>
            <a:ext cx="286280" cy="285621"/>
            <a:chOff x="7429366" y="3223183"/>
            <a:chExt cx="334634" cy="333904"/>
          </a:xfrm>
        </p:grpSpPr>
        <p:sp>
          <p:nvSpPr>
            <p:cNvPr id="2073" name="Google Shape;2073;p5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5" name="Google Shape;2075;p51"/>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 name="Google Shape;2076;p51"/>
          <p:cNvGrpSpPr/>
          <p:nvPr/>
        </p:nvGrpSpPr>
        <p:grpSpPr>
          <a:xfrm>
            <a:off x="7267743" y="3773543"/>
            <a:ext cx="293114" cy="218587"/>
            <a:chOff x="5216456" y="3725484"/>
            <a:chExt cx="356196" cy="265631"/>
          </a:xfrm>
        </p:grpSpPr>
        <p:sp>
          <p:nvSpPr>
            <p:cNvPr id="2077" name="Google Shape;2077;p5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51"/>
          <p:cNvGrpSpPr/>
          <p:nvPr/>
        </p:nvGrpSpPr>
        <p:grpSpPr>
          <a:xfrm>
            <a:off x="5086881" y="2474153"/>
            <a:ext cx="286314" cy="200018"/>
            <a:chOff x="6849393" y="3733994"/>
            <a:chExt cx="355053" cy="248038"/>
          </a:xfrm>
        </p:grpSpPr>
        <p:sp>
          <p:nvSpPr>
            <p:cNvPr id="2080" name="Google Shape;2080;p5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51"/>
          <p:cNvGrpSpPr/>
          <p:nvPr/>
        </p:nvGrpSpPr>
        <p:grpSpPr>
          <a:xfrm>
            <a:off x="2026447" y="3780519"/>
            <a:ext cx="286358" cy="204635"/>
            <a:chOff x="7918997" y="3714687"/>
            <a:chExt cx="392111" cy="280206"/>
          </a:xfrm>
        </p:grpSpPr>
        <p:sp>
          <p:nvSpPr>
            <p:cNvPr id="2086" name="Google Shape;2086;p5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1" name="Google Shape;2091;p51"/>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2" name="Google Shape;2092;p51"/>
          <p:cNvGrpSpPr/>
          <p:nvPr/>
        </p:nvGrpSpPr>
        <p:grpSpPr>
          <a:xfrm>
            <a:off x="4642178" y="4178334"/>
            <a:ext cx="286355" cy="284296"/>
            <a:chOff x="1952836" y="3680964"/>
            <a:chExt cx="357720" cy="355148"/>
          </a:xfrm>
        </p:grpSpPr>
        <p:sp>
          <p:nvSpPr>
            <p:cNvPr id="2093" name="Google Shape;2093;p5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51"/>
          <p:cNvGrpSpPr/>
          <p:nvPr/>
        </p:nvGrpSpPr>
        <p:grpSpPr>
          <a:xfrm>
            <a:off x="5082508" y="4178388"/>
            <a:ext cx="286283" cy="284189"/>
            <a:chOff x="2496894" y="3680964"/>
            <a:chExt cx="357720" cy="355148"/>
          </a:xfrm>
        </p:grpSpPr>
        <p:sp>
          <p:nvSpPr>
            <p:cNvPr id="2099" name="Google Shape;2099;p5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51"/>
          <p:cNvGrpSpPr/>
          <p:nvPr/>
        </p:nvGrpSpPr>
        <p:grpSpPr>
          <a:xfrm>
            <a:off x="7705425" y="3739817"/>
            <a:ext cx="286356" cy="286039"/>
            <a:chOff x="3040984" y="3681059"/>
            <a:chExt cx="356164" cy="355815"/>
          </a:xfrm>
        </p:grpSpPr>
        <p:sp>
          <p:nvSpPr>
            <p:cNvPr id="2105" name="Google Shape;2105;p5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51"/>
          <p:cNvGrpSpPr/>
          <p:nvPr/>
        </p:nvGrpSpPr>
        <p:grpSpPr>
          <a:xfrm>
            <a:off x="1595626" y="4195717"/>
            <a:ext cx="281013" cy="249530"/>
            <a:chOff x="3584280" y="3699191"/>
            <a:chExt cx="358069" cy="317995"/>
          </a:xfrm>
        </p:grpSpPr>
        <p:sp>
          <p:nvSpPr>
            <p:cNvPr id="2109" name="Google Shape;2109;p5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 name="Google Shape;2113;p51"/>
          <p:cNvGrpSpPr/>
          <p:nvPr/>
        </p:nvGrpSpPr>
        <p:grpSpPr>
          <a:xfrm>
            <a:off x="8140917" y="3740146"/>
            <a:ext cx="286276" cy="285381"/>
            <a:chOff x="4129482" y="3681059"/>
            <a:chExt cx="355402" cy="354291"/>
          </a:xfrm>
        </p:grpSpPr>
        <p:sp>
          <p:nvSpPr>
            <p:cNvPr id="2114" name="Google Shape;2114;p5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51"/>
          <p:cNvGrpSpPr/>
          <p:nvPr/>
        </p:nvGrpSpPr>
        <p:grpSpPr>
          <a:xfrm>
            <a:off x="1148782" y="4177160"/>
            <a:ext cx="286337" cy="286644"/>
            <a:chOff x="4673540" y="3680297"/>
            <a:chExt cx="355434" cy="355815"/>
          </a:xfrm>
        </p:grpSpPr>
        <p:sp>
          <p:nvSpPr>
            <p:cNvPr id="2119" name="Google Shape;2119;p5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51"/>
          <p:cNvGrpSpPr/>
          <p:nvPr/>
        </p:nvGrpSpPr>
        <p:grpSpPr>
          <a:xfrm>
            <a:off x="6831428" y="3741819"/>
            <a:ext cx="281021" cy="282036"/>
            <a:chOff x="5779408" y="3699191"/>
            <a:chExt cx="317645" cy="318757"/>
          </a:xfrm>
        </p:grpSpPr>
        <p:sp>
          <p:nvSpPr>
            <p:cNvPr id="2123" name="Google Shape;2123;p5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5" name="Google Shape;2125;p51"/>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6" name="Google Shape;2126;p51"/>
          <p:cNvGrpSpPr/>
          <p:nvPr/>
        </p:nvGrpSpPr>
        <p:grpSpPr>
          <a:xfrm>
            <a:off x="4645514" y="3742888"/>
            <a:ext cx="293119" cy="279896"/>
            <a:chOff x="7390435" y="3680868"/>
            <a:chExt cx="372073" cy="355243"/>
          </a:xfrm>
        </p:grpSpPr>
        <p:sp>
          <p:nvSpPr>
            <p:cNvPr id="2127" name="Google Shape;2127;p5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 name="Google Shape;2133;p51"/>
          <p:cNvGrpSpPr/>
          <p:nvPr/>
        </p:nvGrpSpPr>
        <p:grpSpPr>
          <a:xfrm>
            <a:off x="2896800" y="3742508"/>
            <a:ext cx="281182" cy="280657"/>
            <a:chOff x="1421638" y="4125629"/>
            <a:chExt cx="374709" cy="374010"/>
          </a:xfrm>
        </p:grpSpPr>
        <p:sp>
          <p:nvSpPr>
            <p:cNvPr id="2134" name="Google Shape;2134;p5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51"/>
          <p:cNvGrpSpPr/>
          <p:nvPr/>
        </p:nvGrpSpPr>
        <p:grpSpPr>
          <a:xfrm>
            <a:off x="7708019" y="3308737"/>
            <a:ext cx="281168" cy="268997"/>
            <a:chOff x="1973254" y="4156304"/>
            <a:chExt cx="357720" cy="342192"/>
          </a:xfrm>
        </p:grpSpPr>
        <p:sp>
          <p:nvSpPr>
            <p:cNvPr id="2137" name="Google Shape;2137;p5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51"/>
          <p:cNvGrpSpPr/>
          <p:nvPr/>
        </p:nvGrpSpPr>
        <p:grpSpPr>
          <a:xfrm>
            <a:off x="3336958" y="4177651"/>
            <a:ext cx="286276" cy="285663"/>
            <a:chOff x="2523759" y="4135505"/>
            <a:chExt cx="341049" cy="340318"/>
          </a:xfrm>
        </p:grpSpPr>
        <p:sp>
          <p:nvSpPr>
            <p:cNvPr id="2144" name="Google Shape;2144;p5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51"/>
          <p:cNvGrpSpPr/>
          <p:nvPr/>
        </p:nvGrpSpPr>
        <p:grpSpPr>
          <a:xfrm>
            <a:off x="2461585" y="4192569"/>
            <a:ext cx="286257" cy="255828"/>
            <a:chOff x="3040603" y="4130360"/>
            <a:chExt cx="392079" cy="350353"/>
          </a:xfrm>
        </p:grpSpPr>
        <p:sp>
          <p:nvSpPr>
            <p:cNvPr id="2147" name="Google Shape;2147;p5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51"/>
          <p:cNvGrpSpPr/>
          <p:nvPr/>
        </p:nvGrpSpPr>
        <p:grpSpPr>
          <a:xfrm>
            <a:off x="7314642" y="2860402"/>
            <a:ext cx="199316" cy="291108"/>
            <a:chOff x="3662144" y="4135505"/>
            <a:chExt cx="232955" cy="340318"/>
          </a:xfrm>
        </p:grpSpPr>
        <p:sp>
          <p:nvSpPr>
            <p:cNvPr id="2158" name="Google Shape;2158;p5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51"/>
          <p:cNvGrpSpPr/>
          <p:nvPr/>
        </p:nvGrpSpPr>
        <p:grpSpPr>
          <a:xfrm>
            <a:off x="3774398" y="3743047"/>
            <a:ext cx="260939" cy="279579"/>
            <a:chOff x="4149138" y="4121151"/>
            <a:chExt cx="344065" cy="368644"/>
          </a:xfrm>
        </p:grpSpPr>
        <p:sp>
          <p:nvSpPr>
            <p:cNvPr id="2163" name="Google Shape;2163;p5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5" name="Google Shape;2175;p51"/>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6" name="Google Shape;2176;p51"/>
          <p:cNvGrpSpPr/>
          <p:nvPr/>
        </p:nvGrpSpPr>
        <p:grpSpPr>
          <a:xfrm>
            <a:off x="5964957" y="3790027"/>
            <a:ext cx="281020" cy="185619"/>
            <a:chOff x="5206262" y="4174817"/>
            <a:chExt cx="397763" cy="262804"/>
          </a:xfrm>
        </p:grpSpPr>
        <p:sp>
          <p:nvSpPr>
            <p:cNvPr id="2177" name="Google Shape;2177;p5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51"/>
          <p:cNvGrpSpPr/>
          <p:nvPr/>
        </p:nvGrpSpPr>
        <p:grpSpPr>
          <a:xfrm>
            <a:off x="5522498" y="3788581"/>
            <a:ext cx="286284" cy="188512"/>
            <a:chOff x="5727616" y="4204699"/>
            <a:chExt cx="440505" cy="290018"/>
          </a:xfrm>
        </p:grpSpPr>
        <p:sp>
          <p:nvSpPr>
            <p:cNvPr id="2185" name="Google Shape;2185;p5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 name="Google Shape;2193;p51"/>
          <p:cNvGrpSpPr/>
          <p:nvPr/>
        </p:nvGrpSpPr>
        <p:grpSpPr>
          <a:xfrm>
            <a:off x="7783495" y="4172088"/>
            <a:ext cx="130215" cy="296789"/>
            <a:chOff x="6410063" y="4135124"/>
            <a:chExt cx="159950" cy="364516"/>
          </a:xfrm>
        </p:grpSpPr>
        <p:sp>
          <p:nvSpPr>
            <p:cNvPr id="2194" name="Google Shape;2194;p5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51"/>
          <p:cNvGrpSpPr/>
          <p:nvPr/>
        </p:nvGrpSpPr>
        <p:grpSpPr>
          <a:xfrm>
            <a:off x="2901470" y="3300062"/>
            <a:ext cx="286281" cy="286347"/>
            <a:chOff x="775325" y="4143525"/>
            <a:chExt cx="468776" cy="468884"/>
          </a:xfrm>
        </p:grpSpPr>
        <p:sp>
          <p:nvSpPr>
            <p:cNvPr id="2199" name="Google Shape;2199;p51"/>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1"/>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51"/>
          <p:cNvGrpSpPr/>
          <p:nvPr/>
        </p:nvGrpSpPr>
        <p:grpSpPr>
          <a:xfrm>
            <a:off x="5587905" y="4187908"/>
            <a:ext cx="146296" cy="265149"/>
            <a:chOff x="1426400" y="1814750"/>
            <a:chExt cx="407850" cy="712575"/>
          </a:xfrm>
        </p:grpSpPr>
        <p:sp>
          <p:nvSpPr>
            <p:cNvPr id="2204" name="Google Shape;2204;p51"/>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1"/>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51"/>
          <p:cNvGrpSpPr/>
          <p:nvPr/>
        </p:nvGrpSpPr>
        <p:grpSpPr>
          <a:xfrm>
            <a:off x="5990774" y="4218133"/>
            <a:ext cx="206055" cy="204699"/>
            <a:chOff x="1940727" y="2021700"/>
            <a:chExt cx="552573" cy="548939"/>
          </a:xfrm>
        </p:grpSpPr>
        <p:sp>
          <p:nvSpPr>
            <p:cNvPr id="2208" name="Google Shape;2208;p51"/>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51"/>
          <p:cNvGrpSpPr/>
          <p:nvPr/>
        </p:nvGrpSpPr>
        <p:grpSpPr>
          <a:xfrm>
            <a:off x="6393264" y="4245820"/>
            <a:ext cx="281187" cy="149324"/>
            <a:chOff x="2749275" y="2099575"/>
            <a:chExt cx="820025" cy="435475"/>
          </a:xfrm>
        </p:grpSpPr>
        <p:sp>
          <p:nvSpPr>
            <p:cNvPr id="2212" name="Google Shape;2212;p51"/>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1"/>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6" name="Google Shape;2216;p51"/>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7" name="Google Shape;2217;p51"/>
          <p:cNvGrpSpPr/>
          <p:nvPr/>
        </p:nvGrpSpPr>
        <p:grpSpPr>
          <a:xfrm>
            <a:off x="716779" y="2872148"/>
            <a:ext cx="286301" cy="267617"/>
            <a:chOff x="1748582" y="3372635"/>
            <a:chExt cx="359269" cy="335780"/>
          </a:xfrm>
        </p:grpSpPr>
        <p:sp>
          <p:nvSpPr>
            <p:cNvPr id="2218" name="Google Shape;2218;p5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9" name="Google Shape;2219;p51"/>
            <p:cNvGrpSpPr/>
            <p:nvPr/>
          </p:nvGrpSpPr>
          <p:grpSpPr>
            <a:xfrm>
              <a:off x="1748582" y="3372635"/>
              <a:ext cx="333520" cy="335780"/>
              <a:chOff x="1748582" y="3372635"/>
              <a:chExt cx="333520" cy="335780"/>
            </a:xfrm>
          </p:grpSpPr>
          <p:sp>
            <p:nvSpPr>
              <p:cNvPr id="2220" name="Google Shape;2220;p5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3" name="Google Shape;2223;p51"/>
          <p:cNvGrpSpPr/>
          <p:nvPr/>
        </p:nvGrpSpPr>
        <p:grpSpPr>
          <a:xfrm>
            <a:off x="3333419" y="2905184"/>
            <a:ext cx="296446" cy="201545"/>
            <a:chOff x="5283337" y="2478774"/>
            <a:chExt cx="358633" cy="243913"/>
          </a:xfrm>
        </p:grpSpPr>
        <p:sp>
          <p:nvSpPr>
            <p:cNvPr id="2224" name="Google Shape;2224;p5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51"/>
          <p:cNvGrpSpPr/>
          <p:nvPr/>
        </p:nvGrpSpPr>
        <p:grpSpPr>
          <a:xfrm>
            <a:off x="7267730" y="2428374"/>
            <a:ext cx="293140" cy="291576"/>
            <a:chOff x="5495100" y="2485750"/>
            <a:chExt cx="365375" cy="363425"/>
          </a:xfrm>
        </p:grpSpPr>
        <p:sp>
          <p:nvSpPr>
            <p:cNvPr id="2242" name="Google Shape;2242;p51"/>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1"/>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6" name="Google Shape;2246;p51"/>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7" name="Google Shape;2247;p51"/>
          <p:cNvGrpSpPr/>
          <p:nvPr/>
        </p:nvGrpSpPr>
        <p:grpSpPr>
          <a:xfrm>
            <a:off x="2897713" y="2430997"/>
            <a:ext cx="286331" cy="286330"/>
            <a:chOff x="2372310" y="516242"/>
            <a:chExt cx="1044241" cy="1044238"/>
          </a:xfrm>
        </p:grpSpPr>
        <p:sp>
          <p:nvSpPr>
            <p:cNvPr id="2248" name="Google Shape;2248;p51"/>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9" name="Google Shape;2249;p51"/>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0" name="Google Shape;2250;p51"/>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1" name="Google Shape;2251;p51"/>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51"/>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3" name="Google Shape;2253;p51"/>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4" name="Google Shape;2254;p51"/>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5" name="Google Shape;2255;p51"/>
          <p:cNvGrpSpPr/>
          <p:nvPr/>
        </p:nvGrpSpPr>
        <p:grpSpPr>
          <a:xfrm>
            <a:off x="4204475" y="4179223"/>
            <a:ext cx="267296" cy="282518"/>
            <a:chOff x="4869073" y="503252"/>
            <a:chExt cx="828055" cy="875211"/>
          </a:xfrm>
        </p:grpSpPr>
        <p:sp>
          <p:nvSpPr>
            <p:cNvPr id="2256" name="Google Shape;2256;p51"/>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51"/>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51"/>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9" name="Google Shape;2259;p51"/>
          <p:cNvGrpSpPr/>
          <p:nvPr/>
        </p:nvGrpSpPr>
        <p:grpSpPr>
          <a:xfrm>
            <a:off x="2902152" y="4173245"/>
            <a:ext cx="226966" cy="294475"/>
            <a:chOff x="10290098" y="4060301"/>
            <a:chExt cx="804843" cy="1044236"/>
          </a:xfrm>
        </p:grpSpPr>
        <p:sp>
          <p:nvSpPr>
            <p:cNvPr id="2260" name="Google Shape;2260;p51"/>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51"/>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51"/>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51"/>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4" name="Google Shape;2264;p51"/>
          <p:cNvGrpSpPr/>
          <p:nvPr/>
        </p:nvGrpSpPr>
        <p:grpSpPr>
          <a:xfrm>
            <a:off x="1151425" y="3375159"/>
            <a:ext cx="281051" cy="136152"/>
            <a:chOff x="2946899" y="3976038"/>
            <a:chExt cx="1045188" cy="506140"/>
          </a:xfrm>
        </p:grpSpPr>
        <p:sp>
          <p:nvSpPr>
            <p:cNvPr id="2265" name="Google Shape;2265;p51"/>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6" name="Google Shape;2266;p51"/>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51"/>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51"/>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9" name="Google Shape;2269;p51"/>
          <p:cNvGrpSpPr/>
          <p:nvPr/>
        </p:nvGrpSpPr>
        <p:grpSpPr>
          <a:xfrm>
            <a:off x="3777782" y="2427998"/>
            <a:ext cx="293118" cy="292327"/>
            <a:chOff x="582439" y="5145159"/>
            <a:chExt cx="1044238" cy="1041420"/>
          </a:xfrm>
        </p:grpSpPr>
        <p:sp>
          <p:nvSpPr>
            <p:cNvPr id="2270" name="Google Shape;2270;p51"/>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51"/>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51"/>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51"/>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51"/>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5" name="Google Shape;2275;p51"/>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51"/>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51"/>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51"/>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9" name="Google Shape;2279;p51"/>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0" name="Google Shape;2280;p51"/>
          <p:cNvGrpSpPr/>
          <p:nvPr/>
        </p:nvGrpSpPr>
        <p:grpSpPr>
          <a:xfrm>
            <a:off x="1161473" y="2443684"/>
            <a:ext cx="260956" cy="260956"/>
            <a:chOff x="10170398" y="2275581"/>
            <a:chExt cx="1044240" cy="1044240"/>
          </a:xfrm>
        </p:grpSpPr>
        <p:sp>
          <p:nvSpPr>
            <p:cNvPr id="2281" name="Google Shape;2281;p51"/>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51"/>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51"/>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4" name="Google Shape;2284;p51"/>
          <p:cNvGrpSpPr/>
          <p:nvPr/>
        </p:nvGrpSpPr>
        <p:grpSpPr>
          <a:xfrm>
            <a:off x="4646594" y="2458529"/>
            <a:ext cx="293124" cy="231264"/>
            <a:chOff x="10268465" y="516241"/>
            <a:chExt cx="946173" cy="746496"/>
          </a:xfrm>
        </p:grpSpPr>
        <p:sp>
          <p:nvSpPr>
            <p:cNvPr id="2285" name="Google Shape;2285;p51"/>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6" name="Google Shape;2286;p51"/>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7" name="Google Shape;2287;p51"/>
          <p:cNvGrpSpPr/>
          <p:nvPr/>
        </p:nvGrpSpPr>
        <p:grpSpPr>
          <a:xfrm>
            <a:off x="5968730" y="2430840"/>
            <a:ext cx="264284" cy="286642"/>
            <a:chOff x="2690524" y="5335153"/>
            <a:chExt cx="963134" cy="1044234"/>
          </a:xfrm>
        </p:grpSpPr>
        <p:sp>
          <p:nvSpPr>
            <p:cNvPr id="2288" name="Google Shape;2288;p51"/>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51"/>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51"/>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51"/>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51"/>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3" name="Google Shape;2293;p51"/>
          <p:cNvGrpSpPr/>
          <p:nvPr/>
        </p:nvGrpSpPr>
        <p:grpSpPr>
          <a:xfrm>
            <a:off x="6393121" y="3742334"/>
            <a:ext cx="281003" cy="281004"/>
            <a:chOff x="5068163" y="4091663"/>
            <a:chExt cx="1044234" cy="1044238"/>
          </a:xfrm>
        </p:grpSpPr>
        <p:sp>
          <p:nvSpPr>
            <p:cNvPr id="2294" name="Google Shape;2294;p51"/>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51"/>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51"/>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7" name="Google Shape;2297;p51"/>
          <p:cNvGrpSpPr/>
          <p:nvPr/>
        </p:nvGrpSpPr>
        <p:grpSpPr>
          <a:xfrm>
            <a:off x="1158172" y="3735884"/>
            <a:ext cx="267557" cy="293906"/>
            <a:chOff x="3138487" y="176212"/>
            <a:chExt cx="5919406" cy="6502336"/>
          </a:xfrm>
        </p:grpSpPr>
        <p:sp>
          <p:nvSpPr>
            <p:cNvPr id="2298" name="Google Shape;2298;p51"/>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51"/>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51"/>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51"/>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51"/>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51"/>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51"/>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51"/>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51"/>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51"/>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8" name="Google Shape;2308;p51"/>
          <p:cNvGrpSpPr/>
          <p:nvPr/>
        </p:nvGrpSpPr>
        <p:grpSpPr>
          <a:xfrm>
            <a:off x="8192329" y="4177174"/>
            <a:ext cx="169841" cy="287644"/>
            <a:chOff x="8121840" y="4021274"/>
            <a:chExt cx="267550" cy="453055"/>
          </a:xfrm>
        </p:grpSpPr>
        <p:sp>
          <p:nvSpPr>
            <p:cNvPr id="2309" name="Google Shape;2309;p51"/>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51"/>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51"/>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51"/>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3" name="Google Shape;2313;p51"/>
          <p:cNvGrpSpPr/>
          <p:nvPr/>
        </p:nvGrpSpPr>
        <p:grpSpPr>
          <a:xfrm>
            <a:off x="1589678" y="2895549"/>
            <a:ext cx="282853" cy="220814"/>
            <a:chOff x="5383136" y="4903801"/>
            <a:chExt cx="639794" cy="499467"/>
          </a:xfrm>
        </p:grpSpPr>
        <p:sp>
          <p:nvSpPr>
            <p:cNvPr id="2314" name="Google Shape;2314;p51"/>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5" name="Google Shape;2315;p51"/>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6" name="Google Shape;2316;p51"/>
          <p:cNvGrpSpPr/>
          <p:nvPr/>
        </p:nvGrpSpPr>
        <p:grpSpPr>
          <a:xfrm>
            <a:off x="2460832" y="2864572"/>
            <a:ext cx="282810" cy="282768"/>
            <a:chOff x="2394287" y="4799860"/>
            <a:chExt cx="639698" cy="639603"/>
          </a:xfrm>
        </p:grpSpPr>
        <p:sp>
          <p:nvSpPr>
            <p:cNvPr id="2317" name="Google Shape;2317;p51"/>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8" name="Google Shape;2318;p51"/>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9" name="Google Shape;2319;p51"/>
          <p:cNvGrpSpPr/>
          <p:nvPr/>
        </p:nvGrpSpPr>
        <p:grpSpPr>
          <a:xfrm>
            <a:off x="2904941" y="2886932"/>
            <a:ext cx="282811" cy="238048"/>
            <a:chOff x="4301584" y="3601021"/>
            <a:chExt cx="639699" cy="538448"/>
          </a:xfrm>
        </p:grpSpPr>
        <p:sp>
          <p:nvSpPr>
            <p:cNvPr id="2320" name="Google Shape;2320;p51"/>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1" name="Google Shape;2321;p51"/>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2" name="Google Shape;2322;p51"/>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3" name="Google Shape;2323;p51"/>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4" name="Google Shape;2324;p51"/>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5" name="Google Shape;2325;p51"/>
          <p:cNvGrpSpPr/>
          <p:nvPr/>
        </p:nvGrpSpPr>
        <p:grpSpPr>
          <a:xfrm>
            <a:off x="4662460" y="2859151"/>
            <a:ext cx="251313" cy="282705"/>
            <a:chOff x="3485280" y="5541429"/>
            <a:chExt cx="568452" cy="639460"/>
          </a:xfrm>
        </p:grpSpPr>
        <p:sp>
          <p:nvSpPr>
            <p:cNvPr id="2326" name="Google Shape;2326;p51"/>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7" name="Google Shape;2327;p51"/>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8" name="Google Shape;2328;p51"/>
          <p:cNvGrpSpPr/>
          <p:nvPr/>
        </p:nvGrpSpPr>
        <p:grpSpPr>
          <a:xfrm>
            <a:off x="3338530" y="3305189"/>
            <a:ext cx="282895" cy="282895"/>
            <a:chOff x="4374915" y="4753854"/>
            <a:chExt cx="639889" cy="639889"/>
          </a:xfrm>
        </p:grpSpPr>
        <p:sp>
          <p:nvSpPr>
            <p:cNvPr id="2329" name="Google Shape;2329;p51"/>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0" name="Google Shape;2330;p51"/>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31" name="Google Shape;2331;p51"/>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5" name="Shape 2335"/>
        <p:cNvGrpSpPr/>
        <p:nvPr/>
      </p:nvGrpSpPr>
      <p:grpSpPr>
        <a:xfrm>
          <a:off x="0" y="0"/>
          <a:ext cx="0" cy="0"/>
          <a:chOff x="0" y="0"/>
          <a:chExt cx="0" cy="0"/>
        </a:xfrm>
      </p:grpSpPr>
      <p:sp>
        <p:nvSpPr>
          <p:cNvPr id="2336" name="Google Shape;2336;p52"/>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37" name="Google Shape;2337;p52"/>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38" name="Google Shape;2338;p52"/>
          <p:cNvGrpSpPr/>
          <p:nvPr/>
        </p:nvGrpSpPr>
        <p:grpSpPr>
          <a:xfrm>
            <a:off x="698196" y="4180252"/>
            <a:ext cx="303530" cy="280284"/>
            <a:chOff x="1989449" y="4282269"/>
            <a:chExt cx="374774" cy="346073"/>
          </a:xfrm>
        </p:grpSpPr>
        <p:sp>
          <p:nvSpPr>
            <p:cNvPr id="2339" name="Google Shape;2339;p5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52"/>
          <p:cNvGrpSpPr/>
          <p:nvPr/>
        </p:nvGrpSpPr>
        <p:grpSpPr>
          <a:xfrm>
            <a:off x="1212073" y="4176339"/>
            <a:ext cx="164109" cy="288111"/>
            <a:chOff x="2487439" y="4280740"/>
            <a:chExt cx="198775" cy="348972"/>
          </a:xfrm>
        </p:grpSpPr>
        <p:sp>
          <p:nvSpPr>
            <p:cNvPr id="2345" name="Google Shape;2345;p5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52"/>
          <p:cNvGrpSpPr/>
          <p:nvPr/>
        </p:nvGrpSpPr>
        <p:grpSpPr>
          <a:xfrm>
            <a:off x="6896686" y="3738795"/>
            <a:ext cx="164114" cy="287481"/>
            <a:chOff x="6275635" y="4282651"/>
            <a:chExt cx="209383" cy="366778"/>
          </a:xfrm>
        </p:grpSpPr>
        <p:sp>
          <p:nvSpPr>
            <p:cNvPr id="2350" name="Google Shape;2350;p5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52"/>
          <p:cNvGrpSpPr/>
          <p:nvPr/>
        </p:nvGrpSpPr>
        <p:grpSpPr>
          <a:xfrm>
            <a:off x="6868896" y="3300915"/>
            <a:ext cx="219693" cy="287181"/>
            <a:chOff x="6701186" y="4283033"/>
            <a:chExt cx="280292" cy="366396"/>
          </a:xfrm>
        </p:grpSpPr>
        <p:sp>
          <p:nvSpPr>
            <p:cNvPr id="2353" name="Google Shape;2353;p5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 name="Google Shape;2355;p52"/>
          <p:cNvGrpSpPr/>
          <p:nvPr/>
        </p:nvGrpSpPr>
        <p:grpSpPr>
          <a:xfrm>
            <a:off x="2461759" y="3744662"/>
            <a:ext cx="292849" cy="272251"/>
            <a:chOff x="2609571" y="3824958"/>
            <a:chExt cx="373627" cy="347347"/>
          </a:xfrm>
        </p:grpSpPr>
        <p:sp>
          <p:nvSpPr>
            <p:cNvPr id="2356" name="Google Shape;2356;p5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8" name="Google Shape;2358;p52"/>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9" name="Google Shape;2359;p52"/>
          <p:cNvGrpSpPr/>
          <p:nvPr/>
        </p:nvGrpSpPr>
        <p:grpSpPr>
          <a:xfrm>
            <a:off x="767913" y="3739988"/>
            <a:ext cx="164096" cy="281598"/>
            <a:chOff x="916127" y="3807056"/>
            <a:chExt cx="221902" cy="380795"/>
          </a:xfrm>
        </p:grpSpPr>
        <p:sp>
          <p:nvSpPr>
            <p:cNvPr id="2360" name="Google Shape;2360;p5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4" name="Google Shape;2364;p52"/>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2"/>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6" name="Google Shape;2366;p52"/>
          <p:cNvGrpSpPr/>
          <p:nvPr/>
        </p:nvGrpSpPr>
        <p:grpSpPr>
          <a:xfrm>
            <a:off x="3342601" y="3739269"/>
            <a:ext cx="283911" cy="283037"/>
            <a:chOff x="3513010" y="3816134"/>
            <a:chExt cx="362223" cy="361108"/>
          </a:xfrm>
        </p:grpSpPr>
        <p:sp>
          <p:nvSpPr>
            <p:cNvPr id="2367" name="Google Shape;2367;p5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 name="Google Shape;2371;p52"/>
          <p:cNvGrpSpPr/>
          <p:nvPr/>
        </p:nvGrpSpPr>
        <p:grpSpPr>
          <a:xfrm>
            <a:off x="3771823" y="3742140"/>
            <a:ext cx="289853" cy="277294"/>
            <a:chOff x="3950316" y="3820307"/>
            <a:chExt cx="369805" cy="353782"/>
          </a:xfrm>
        </p:grpSpPr>
        <p:sp>
          <p:nvSpPr>
            <p:cNvPr id="2372" name="Google Shape;2372;p5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52"/>
          <p:cNvGrpSpPr/>
          <p:nvPr/>
        </p:nvGrpSpPr>
        <p:grpSpPr>
          <a:xfrm>
            <a:off x="7316256" y="1549551"/>
            <a:ext cx="193261" cy="294911"/>
            <a:chOff x="5373342" y="3808935"/>
            <a:chExt cx="231395" cy="353145"/>
          </a:xfrm>
        </p:grpSpPr>
        <p:sp>
          <p:nvSpPr>
            <p:cNvPr id="2377" name="Google Shape;2377;p5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6" name="Google Shape;2386;p52"/>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7" name="Google Shape;2387;p52"/>
          <p:cNvGrpSpPr/>
          <p:nvPr/>
        </p:nvGrpSpPr>
        <p:grpSpPr>
          <a:xfrm>
            <a:off x="5548563" y="2429695"/>
            <a:ext cx="237814" cy="287254"/>
            <a:chOff x="7571624" y="3808935"/>
            <a:chExt cx="292047" cy="352762"/>
          </a:xfrm>
        </p:grpSpPr>
        <p:sp>
          <p:nvSpPr>
            <p:cNvPr id="2388" name="Google Shape;2388;p5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52"/>
          <p:cNvGrpSpPr/>
          <p:nvPr/>
        </p:nvGrpSpPr>
        <p:grpSpPr>
          <a:xfrm>
            <a:off x="2026339" y="3305603"/>
            <a:ext cx="285409" cy="282113"/>
            <a:chOff x="2174559" y="3356116"/>
            <a:chExt cx="364135" cy="359930"/>
          </a:xfrm>
        </p:grpSpPr>
        <p:sp>
          <p:nvSpPr>
            <p:cNvPr id="2395" name="Google Shape;2395;p5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 name="Google Shape;2397;p52"/>
          <p:cNvGrpSpPr/>
          <p:nvPr/>
        </p:nvGrpSpPr>
        <p:grpSpPr>
          <a:xfrm>
            <a:off x="1590982" y="3304966"/>
            <a:ext cx="288729" cy="283386"/>
            <a:chOff x="1731934" y="3355639"/>
            <a:chExt cx="368371" cy="361554"/>
          </a:xfrm>
        </p:grpSpPr>
        <p:sp>
          <p:nvSpPr>
            <p:cNvPr id="2398" name="Google Shape;2398;p5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52"/>
          <p:cNvGrpSpPr/>
          <p:nvPr/>
        </p:nvGrpSpPr>
        <p:grpSpPr>
          <a:xfrm>
            <a:off x="3807190" y="3304242"/>
            <a:ext cx="219119" cy="284834"/>
            <a:chOff x="3990517" y="3354173"/>
            <a:chExt cx="279559" cy="363402"/>
          </a:xfrm>
        </p:grpSpPr>
        <p:sp>
          <p:nvSpPr>
            <p:cNvPr id="2401" name="Google Shape;2401;p5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52"/>
          <p:cNvGrpSpPr/>
          <p:nvPr/>
        </p:nvGrpSpPr>
        <p:grpSpPr>
          <a:xfrm>
            <a:off x="3339917" y="3356155"/>
            <a:ext cx="289278" cy="181009"/>
            <a:chOff x="3497847" y="3417374"/>
            <a:chExt cx="379680" cy="237606"/>
          </a:xfrm>
        </p:grpSpPr>
        <p:sp>
          <p:nvSpPr>
            <p:cNvPr id="2405" name="Google Shape;2405;p5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52"/>
          <p:cNvGrpSpPr/>
          <p:nvPr/>
        </p:nvGrpSpPr>
        <p:grpSpPr>
          <a:xfrm>
            <a:off x="2463996" y="3317145"/>
            <a:ext cx="288374" cy="259029"/>
            <a:chOff x="2612597" y="3367075"/>
            <a:chExt cx="376271" cy="337982"/>
          </a:xfrm>
        </p:grpSpPr>
        <p:sp>
          <p:nvSpPr>
            <p:cNvPr id="2410" name="Google Shape;2410;p5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52"/>
          <p:cNvGrpSpPr/>
          <p:nvPr/>
        </p:nvGrpSpPr>
        <p:grpSpPr>
          <a:xfrm>
            <a:off x="2896933" y="3302054"/>
            <a:ext cx="290180" cy="289211"/>
            <a:chOff x="3071914" y="3364431"/>
            <a:chExt cx="343652" cy="342505"/>
          </a:xfrm>
        </p:grpSpPr>
        <p:sp>
          <p:nvSpPr>
            <p:cNvPr id="2413" name="Google Shape;2413;p5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52"/>
          <p:cNvGrpSpPr/>
          <p:nvPr/>
        </p:nvGrpSpPr>
        <p:grpSpPr>
          <a:xfrm>
            <a:off x="744854" y="3302927"/>
            <a:ext cx="210213" cy="287466"/>
            <a:chOff x="897141" y="3359875"/>
            <a:chExt cx="257962" cy="352762"/>
          </a:xfrm>
        </p:grpSpPr>
        <p:sp>
          <p:nvSpPr>
            <p:cNvPr id="2419" name="Google Shape;2419;p5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52"/>
          <p:cNvGrpSpPr/>
          <p:nvPr/>
        </p:nvGrpSpPr>
        <p:grpSpPr>
          <a:xfrm>
            <a:off x="1193033" y="3303844"/>
            <a:ext cx="202190" cy="285631"/>
            <a:chOff x="1333682" y="3344330"/>
            <a:chExt cx="271213" cy="383088"/>
          </a:xfrm>
        </p:grpSpPr>
        <p:sp>
          <p:nvSpPr>
            <p:cNvPr id="2428" name="Google Shape;2428;p5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52"/>
          <p:cNvGrpSpPr/>
          <p:nvPr/>
        </p:nvGrpSpPr>
        <p:grpSpPr>
          <a:xfrm>
            <a:off x="705778" y="2004896"/>
            <a:ext cx="288365" cy="271070"/>
            <a:chOff x="849741" y="1959307"/>
            <a:chExt cx="399398" cy="375443"/>
          </a:xfrm>
        </p:grpSpPr>
        <p:sp>
          <p:nvSpPr>
            <p:cNvPr id="2440" name="Google Shape;2440;p5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52"/>
          <p:cNvGrpSpPr/>
          <p:nvPr/>
        </p:nvGrpSpPr>
        <p:grpSpPr>
          <a:xfrm>
            <a:off x="1145406" y="1996978"/>
            <a:ext cx="297443" cy="286907"/>
            <a:chOff x="1284212" y="1963766"/>
            <a:chExt cx="379489" cy="366046"/>
          </a:xfrm>
        </p:grpSpPr>
        <p:sp>
          <p:nvSpPr>
            <p:cNvPr id="2443" name="Google Shape;2443;p5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52"/>
          <p:cNvGrpSpPr/>
          <p:nvPr/>
        </p:nvGrpSpPr>
        <p:grpSpPr>
          <a:xfrm>
            <a:off x="2896934" y="2001335"/>
            <a:ext cx="290178" cy="278193"/>
            <a:chOff x="3037766" y="1969564"/>
            <a:chExt cx="370219" cy="354928"/>
          </a:xfrm>
        </p:grpSpPr>
        <p:sp>
          <p:nvSpPr>
            <p:cNvPr id="2446" name="Google Shape;2446;p5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52"/>
          <p:cNvGrpSpPr/>
          <p:nvPr/>
        </p:nvGrpSpPr>
        <p:grpSpPr>
          <a:xfrm>
            <a:off x="3791284" y="1996043"/>
            <a:ext cx="250932" cy="288777"/>
            <a:chOff x="3982553" y="1971730"/>
            <a:chExt cx="304566" cy="350501"/>
          </a:xfrm>
        </p:grpSpPr>
        <p:sp>
          <p:nvSpPr>
            <p:cNvPr id="2451" name="Google Shape;2451;p5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52"/>
          <p:cNvGrpSpPr/>
          <p:nvPr/>
        </p:nvGrpSpPr>
        <p:grpSpPr>
          <a:xfrm>
            <a:off x="2462632" y="2028843"/>
            <a:ext cx="291103" cy="223177"/>
            <a:chOff x="2567841" y="1994124"/>
            <a:chExt cx="399812" cy="306477"/>
          </a:xfrm>
        </p:grpSpPr>
        <p:sp>
          <p:nvSpPr>
            <p:cNvPr id="2454" name="Google Shape;2454;p5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52"/>
          <p:cNvGrpSpPr/>
          <p:nvPr/>
        </p:nvGrpSpPr>
        <p:grpSpPr>
          <a:xfrm>
            <a:off x="2046616" y="1999843"/>
            <a:ext cx="244855" cy="281176"/>
            <a:chOff x="2212084" y="1960358"/>
            <a:chExt cx="324698" cy="372863"/>
          </a:xfrm>
        </p:grpSpPr>
        <p:sp>
          <p:nvSpPr>
            <p:cNvPr id="2458" name="Google Shape;2458;p5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52"/>
          <p:cNvGrpSpPr/>
          <p:nvPr/>
        </p:nvGrpSpPr>
        <p:grpSpPr>
          <a:xfrm>
            <a:off x="1623715" y="1994007"/>
            <a:ext cx="223263" cy="292849"/>
            <a:chOff x="1805901" y="1960358"/>
            <a:chExt cx="284847" cy="373627"/>
          </a:xfrm>
        </p:grpSpPr>
        <p:sp>
          <p:nvSpPr>
            <p:cNvPr id="2462" name="Google Shape;2462;p5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4" name="Google Shape;2464;p52"/>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2"/>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6" name="Google Shape;2466;p52"/>
          <p:cNvGrpSpPr/>
          <p:nvPr/>
        </p:nvGrpSpPr>
        <p:grpSpPr>
          <a:xfrm>
            <a:off x="5955013" y="2027663"/>
            <a:ext cx="295221" cy="220692"/>
            <a:chOff x="4869651" y="2012218"/>
            <a:chExt cx="376654" cy="281566"/>
          </a:xfrm>
        </p:grpSpPr>
        <p:sp>
          <p:nvSpPr>
            <p:cNvPr id="2467" name="Google Shape;2467;p5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 name="Google Shape;2471;p52"/>
          <p:cNvGrpSpPr/>
          <p:nvPr/>
        </p:nvGrpSpPr>
        <p:grpSpPr>
          <a:xfrm>
            <a:off x="8141300" y="1564252"/>
            <a:ext cx="288679" cy="265509"/>
            <a:chOff x="6195998" y="1983102"/>
            <a:chExt cx="368308" cy="338746"/>
          </a:xfrm>
        </p:grpSpPr>
        <p:sp>
          <p:nvSpPr>
            <p:cNvPr id="2472" name="Google Shape;2472;p5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52"/>
          <p:cNvGrpSpPr/>
          <p:nvPr/>
        </p:nvGrpSpPr>
        <p:grpSpPr>
          <a:xfrm>
            <a:off x="7703132" y="1587260"/>
            <a:ext cx="289279" cy="219493"/>
            <a:chOff x="7542031" y="2011835"/>
            <a:chExt cx="369072" cy="280037"/>
          </a:xfrm>
        </p:grpSpPr>
        <p:sp>
          <p:nvSpPr>
            <p:cNvPr id="2476" name="Google Shape;2476;p5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52"/>
          <p:cNvGrpSpPr/>
          <p:nvPr/>
        </p:nvGrpSpPr>
        <p:grpSpPr>
          <a:xfrm>
            <a:off x="7733284" y="2867425"/>
            <a:ext cx="228974" cy="288782"/>
            <a:chOff x="8010427" y="3348503"/>
            <a:chExt cx="278795" cy="351615"/>
          </a:xfrm>
        </p:grpSpPr>
        <p:sp>
          <p:nvSpPr>
            <p:cNvPr id="2486" name="Google Shape;2486;p5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0" name="Google Shape;2490;p52"/>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1" name="Google Shape;2491;p52"/>
          <p:cNvGrpSpPr/>
          <p:nvPr/>
        </p:nvGrpSpPr>
        <p:grpSpPr>
          <a:xfrm>
            <a:off x="5960069" y="2873431"/>
            <a:ext cx="285109" cy="276770"/>
            <a:chOff x="5314188" y="3350032"/>
            <a:chExt cx="363752" cy="353113"/>
          </a:xfrm>
        </p:grpSpPr>
        <p:sp>
          <p:nvSpPr>
            <p:cNvPr id="2492" name="Google Shape;2492;p5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52"/>
          <p:cNvGrpSpPr/>
          <p:nvPr/>
        </p:nvGrpSpPr>
        <p:grpSpPr>
          <a:xfrm>
            <a:off x="6887516" y="2866208"/>
            <a:ext cx="182454" cy="291216"/>
            <a:chOff x="5829984" y="3350032"/>
            <a:chExt cx="220755" cy="352348"/>
          </a:xfrm>
        </p:grpSpPr>
        <p:sp>
          <p:nvSpPr>
            <p:cNvPr id="2495" name="Google Shape;2495;p5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52"/>
          <p:cNvGrpSpPr/>
          <p:nvPr/>
        </p:nvGrpSpPr>
        <p:grpSpPr>
          <a:xfrm>
            <a:off x="5087136" y="3744462"/>
            <a:ext cx="280964" cy="276146"/>
            <a:chOff x="4882170" y="3349841"/>
            <a:chExt cx="358464" cy="352316"/>
          </a:xfrm>
        </p:grpSpPr>
        <p:sp>
          <p:nvSpPr>
            <p:cNvPr id="2500" name="Google Shape;2500;p5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2" name="Google Shape;2502;p52"/>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2"/>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4" name="Google Shape;2504;p52"/>
          <p:cNvGrpSpPr/>
          <p:nvPr/>
        </p:nvGrpSpPr>
        <p:grpSpPr>
          <a:xfrm>
            <a:off x="2898133" y="2457111"/>
            <a:ext cx="287780" cy="233215"/>
            <a:chOff x="3044965" y="2435220"/>
            <a:chExt cx="400194" cy="324316"/>
          </a:xfrm>
        </p:grpSpPr>
        <p:sp>
          <p:nvSpPr>
            <p:cNvPr id="2505" name="Google Shape;2505;p5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52"/>
          <p:cNvGrpSpPr/>
          <p:nvPr/>
        </p:nvGrpSpPr>
        <p:grpSpPr>
          <a:xfrm>
            <a:off x="8141301" y="3300677"/>
            <a:ext cx="288676" cy="287656"/>
            <a:chOff x="6203579" y="3348981"/>
            <a:chExt cx="351615" cy="350373"/>
          </a:xfrm>
        </p:grpSpPr>
        <p:sp>
          <p:nvSpPr>
            <p:cNvPr id="2509" name="Google Shape;2509;p5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52"/>
          <p:cNvGrpSpPr/>
          <p:nvPr/>
        </p:nvGrpSpPr>
        <p:grpSpPr>
          <a:xfrm>
            <a:off x="6834853" y="2460642"/>
            <a:ext cx="287781" cy="225361"/>
            <a:chOff x="4878379" y="2473892"/>
            <a:chExt cx="367161" cy="287523"/>
          </a:xfrm>
        </p:grpSpPr>
        <p:sp>
          <p:nvSpPr>
            <p:cNvPr id="2515" name="Google Shape;2515;p5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52"/>
          <p:cNvGrpSpPr/>
          <p:nvPr/>
        </p:nvGrpSpPr>
        <p:grpSpPr>
          <a:xfrm>
            <a:off x="1180249" y="2862936"/>
            <a:ext cx="227758" cy="291950"/>
            <a:chOff x="1325719" y="2887689"/>
            <a:chExt cx="290581" cy="372481"/>
          </a:xfrm>
        </p:grpSpPr>
        <p:sp>
          <p:nvSpPr>
            <p:cNvPr id="2521" name="Google Shape;2521;p5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3" name="Google Shape;2523;p52"/>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4" name="Google Shape;2524;p52"/>
          <p:cNvGrpSpPr/>
          <p:nvPr/>
        </p:nvGrpSpPr>
        <p:grpSpPr>
          <a:xfrm>
            <a:off x="3343187" y="2867355"/>
            <a:ext cx="282737" cy="283112"/>
            <a:chOff x="3510335" y="2892499"/>
            <a:chExt cx="360726" cy="361204"/>
          </a:xfrm>
        </p:grpSpPr>
        <p:sp>
          <p:nvSpPr>
            <p:cNvPr id="2525" name="Google Shape;2525;p5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52"/>
          <p:cNvGrpSpPr/>
          <p:nvPr/>
        </p:nvGrpSpPr>
        <p:grpSpPr>
          <a:xfrm>
            <a:off x="2923122" y="2863106"/>
            <a:ext cx="237802" cy="291609"/>
            <a:chOff x="3086313" y="2877049"/>
            <a:chExt cx="320143" cy="392581"/>
          </a:xfrm>
        </p:grpSpPr>
        <p:sp>
          <p:nvSpPr>
            <p:cNvPr id="2531" name="Google Shape;2531;p5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3" name="Google Shape;2543;p52"/>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4" name="Google Shape;2544;p52"/>
          <p:cNvGrpSpPr/>
          <p:nvPr/>
        </p:nvGrpSpPr>
        <p:grpSpPr>
          <a:xfrm>
            <a:off x="719141" y="2862624"/>
            <a:ext cx="261639" cy="292574"/>
            <a:chOff x="861113" y="2885746"/>
            <a:chExt cx="333809" cy="373277"/>
          </a:xfrm>
        </p:grpSpPr>
        <p:sp>
          <p:nvSpPr>
            <p:cNvPr id="2545" name="Google Shape;2545;p5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8" name="Google Shape;2548;p52"/>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2"/>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0" name="Google Shape;2550;p52"/>
          <p:cNvGrpSpPr/>
          <p:nvPr/>
        </p:nvGrpSpPr>
        <p:grpSpPr>
          <a:xfrm>
            <a:off x="1154998" y="1557523"/>
            <a:ext cx="278260" cy="288547"/>
            <a:chOff x="1297654" y="1504481"/>
            <a:chExt cx="349354" cy="362223"/>
          </a:xfrm>
        </p:grpSpPr>
        <p:sp>
          <p:nvSpPr>
            <p:cNvPr id="2551" name="Google Shape;2551;p5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52"/>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5" name="Google Shape;2555;p52"/>
          <p:cNvGrpSpPr/>
          <p:nvPr/>
        </p:nvGrpSpPr>
        <p:grpSpPr>
          <a:xfrm>
            <a:off x="707979" y="1560276"/>
            <a:ext cx="283964" cy="283041"/>
            <a:chOff x="852385" y="1510916"/>
            <a:chExt cx="353145" cy="351998"/>
          </a:xfrm>
        </p:grpSpPr>
        <p:sp>
          <p:nvSpPr>
            <p:cNvPr id="2556" name="Google Shape;2556;p5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52"/>
          <p:cNvGrpSpPr/>
          <p:nvPr/>
        </p:nvGrpSpPr>
        <p:grpSpPr>
          <a:xfrm>
            <a:off x="1590985" y="1557756"/>
            <a:ext cx="288724" cy="288081"/>
            <a:chOff x="1745217" y="1515471"/>
            <a:chExt cx="343269" cy="342505"/>
          </a:xfrm>
        </p:grpSpPr>
        <p:sp>
          <p:nvSpPr>
            <p:cNvPr id="2560" name="Google Shape;2560;p5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4" name="Google Shape;2564;p52"/>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5" name="Google Shape;2565;p52"/>
          <p:cNvGrpSpPr/>
          <p:nvPr/>
        </p:nvGrpSpPr>
        <p:grpSpPr>
          <a:xfrm>
            <a:off x="2897842" y="1591246"/>
            <a:ext cx="288362" cy="221101"/>
            <a:chOff x="3042703" y="1529137"/>
            <a:chExt cx="411535" cy="315587"/>
          </a:xfrm>
        </p:grpSpPr>
        <p:sp>
          <p:nvSpPr>
            <p:cNvPr id="2566" name="Google Shape;2566;p5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52"/>
          <p:cNvGrpSpPr/>
          <p:nvPr/>
        </p:nvGrpSpPr>
        <p:grpSpPr>
          <a:xfrm>
            <a:off x="2465372" y="1585893"/>
            <a:ext cx="285623" cy="231808"/>
            <a:chOff x="2629289" y="1544682"/>
            <a:chExt cx="350501" cy="284497"/>
          </a:xfrm>
        </p:grpSpPr>
        <p:sp>
          <p:nvSpPr>
            <p:cNvPr id="2577" name="Google Shape;2577;p5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52"/>
          <p:cNvGrpSpPr/>
          <p:nvPr/>
        </p:nvGrpSpPr>
        <p:grpSpPr>
          <a:xfrm>
            <a:off x="5523292" y="2868687"/>
            <a:ext cx="288355" cy="286258"/>
            <a:chOff x="5305077" y="1502633"/>
            <a:chExt cx="367893" cy="365218"/>
          </a:xfrm>
        </p:grpSpPr>
        <p:sp>
          <p:nvSpPr>
            <p:cNvPr id="2583" name="Google Shape;2583;p5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 name="Google Shape;2585;p52"/>
          <p:cNvGrpSpPr/>
          <p:nvPr/>
        </p:nvGrpSpPr>
        <p:grpSpPr>
          <a:xfrm>
            <a:off x="6834403" y="1553166"/>
            <a:ext cx="288679" cy="287681"/>
            <a:chOff x="7100170" y="1500117"/>
            <a:chExt cx="368308" cy="367033"/>
          </a:xfrm>
        </p:grpSpPr>
        <p:sp>
          <p:nvSpPr>
            <p:cNvPr id="2586" name="Google Shape;2586;p5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 name="Google Shape;2599;p52"/>
          <p:cNvGrpSpPr/>
          <p:nvPr/>
        </p:nvGrpSpPr>
        <p:grpSpPr>
          <a:xfrm>
            <a:off x="7267328" y="2436426"/>
            <a:ext cx="291115" cy="273794"/>
            <a:chOff x="6649231" y="1500021"/>
            <a:chExt cx="390287" cy="367065"/>
          </a:xfrm>
        </p:grpSpPr>
        <p:sp>
          <p:nvSpPr>
            <p:cNvPr id="2600" name="Google Shape;2600;p5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52"/>
          <p:cNvGrpSpPr/>
          <p:nvPr/>
        </p:nvGrpSpPr>
        <p:grpSpPr>
          <a:xfrm>
            <a:off x="7696003" y="3334634"/>
            <a:ext cx="303535" cy="219743"/>
            <a:chOff x="5746938" y="1543503"/>
            <a:chExt cx="387261" cy="280356"/>
          </a:xfrm>
        </p:grpSpPr>
        <p:sp>
          <p:nvSpPr>
            <p:cNvPr id="2613" name="Google Shape;2613;p5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 name="Google Shape;2615;p52"/>
          <p:cNvGrpSpPr/>
          <p:nvPr/>
        </p:nvGrpSpPr>
        <p:grpSpPr>
          <a:xfrm>
            <a:off x="7268247" y="3320090"/>
            <a:ext cx="289279" cy="248831"/>
            <a:chOff x="6196730" y="1525346"/>
            <a:chExt cx="369072" cy="317467"/>
          </a:xfrm>
        </p:grpSpPr>
        <p:sp>
          <p:nvSpPr>
            <p:cNvPr id="2616" name="Google Shape;2616;p5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52"/>
          <p:cNvGrpSpPr/>
          <p:nvPr/>
        </p:nvGrpSpPr>
        <p:grpSpPr>
          <a:xfrm>
            <a:off x="5130992" y="1553117"/>
            <a:ext cx="193252" cy="287781"/>
            <a:chOff x="4940592" y="1500690"/>
            <a:chExt cx="246558" cy="367161"/>
          </a:xfrm>
        </p:grpSpPr>
        <p:sp>
          <p:nvSpPr>
            <p:cNvPr id="2620" name="Google Shape;2620;p5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52"/>
          <p:cNvGrpSpPr/>
          <p:nvPr/>
        </p:nvGrpSpPr>
        <p:grpSpPr>
          <a:xfrm>
            <a:off x="5988132" y="3739798"/>
            <a:ext cx="228982" cy="285474"/>
            <a:chOff x="8007400" y="2902278"/>
            <a:chExt cx="285230" cy="355597"/>
          </a:xfrm>
        </p:grpSpPr>
        <p:sp>
          <p:nvSpPr>
            <p:cNvPr id="2625" name="Google Shape;2625;p5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7" name="Google Shape;2627;p52"/>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2"/>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9" name="Google Shape;2629;p52"/>
          <p:cNvGrpSpPr/>
          <p:nvPr/>
        </p:nvGrpSpPr>
        <p:grpSpPr>
          <a:xfrm>
            <a:off x="6414322" y="3301295"/>
            <a:ext cx="250938" cy="286422"/>
            <a:chOff x="6685259" y="2902852"/>
            <a:chExt cx="311414" cy="355406"/>
          </a:xfrm>
        </p:grpSpPr>
        <p:sp>
          <p:nvSpPr>
            <p:cNvPr id="2630" name="Google Shape;2630;p5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 name="Google Shape;2633;p52"/>
          <p:cNvGrpSpPr/>
          <p:nvPr/>
        </p:nvGrpSpPr>
        <p:grpSpPr>
          <a:xfrm>
            <a:off x="8144720" y="2872357"/>
            <a:ext cx="281838" cy="278917"/>
            <a:chOff x="5309250" y="2903170"/>
            <a:chExt cx="359579" cy="355852"/>
          </a:xfrm>
        </p:grpSpPr>
        <p:sp>
          <p:nvSpPr>
            <p:cNvPr id="2634" name="Google Shape;2634;p5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52"/>
          <p:cNvGrpSpPr/>
          <p:nvPr/>
        </p:nvGrpSpPr>
        <p:grpSpPr>
          <a:xfrm>
            <a:off x="2038224" y="2425631"/>
            <a:ext cx="261637" cy="296175"/>
            <a:chOff x="2199565" y="2421172"/>
            <a:chExt cx="312179" cy="353431"/>
          </a:xfrm>
        </p:grpSpPr>
        <p:sp>
          <p:nvSpPr>
            <p:cNvPr id="2638" name="Google Shape;2638;p5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52"/>
          <p:cNvGrpSpPr/>
          <p:nvPr/>
        </p:nvGrpSpPr>
        <p:grpSpPr>
          <a:xfrm>
            <a:off x="1599318" y="2427847"/>
            <a:ext cx="272057" cy="291745"/>
            <a:chOff x="1750887" y="2425727"/>
            <a:chExt cx="320143" cy="343269"/>
          </a:xfrm>
        </p:grpSpPr>
        <p:sp>
          <p:nvSpPr>
            <p:cNvPr id="2641" name="Google Shape;2641;p5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 name="Google Shape;2643;p52"/>
          <p:cNvGrpSpPr/>
          <p:nvPr/>
        </p:nvGrpSpPr>
        <p:grpSpPr>
          <a:xfrm>
            <a:off x="1152759" y="2430444"/>
            <a:ext cx="282737" cy="286551"/>
            <a:chOff x="1298037" y="2425727"/>
            <a:chExt cx="338364" cy="342887"/>
          </a:xfrm>
        </p:grpSpPr>
        <p:sp>
          <p:nvSpPr>
            <p:cNvPr id="2644" name="Google Shape;2644;p5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8" name="Google Shape;2648;p52"/>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9" name="Google Shape;2649;p52"/>
          <p:cNvGrpSpPr/>
          <p:nvPr/>
        </p:nvGrpSpPr>
        <p:grpSpPr>
          <a:xfrm>
            <a:off x="3785923" y="2435395"/>
            <a:ext cx="261653" cy="276649"/>
            <a:chOff x="3974207" y="2429009"/>
            <a:chExt cx="320143" cy="338491"/>
          </a:xfrm>
        </p:grpSpPr>
        <p:sp>
          <p:nvSpPr>
            <p:cNvPr id="2650" name="Google Shape;2650;p5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52"/>
          <p:cNvGrpSpPr/>
          <p:nvPr/>
        </p:nvGrpSpPr>
        <p:grpSpPr>
          <a:xfrm>
            <a:off x="2462642" y="2437341"/>
            <a:ext cx="291084" cy="272757"/>
            <a:chOff x="2623237" y="2431047"/>
            <a:chExt cx="355024" cy="332630"/>
          </a:xfrm>
        </p:grpSpPr>
        <p:sp>
          <p:nvSpPr>
            <p:cNvPr id="2653" name="Google Shape;2653;p5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52"/>
          <p:cNvGrpSpPr/>
          <p:nvPr/>
        </p:nvGrpSpPr>
        <p:grpSpPr>
          <a:xfrm>
            <a:off x="5955462" y="3300316"/>
            <a:ext cx="294322" cy="288380"/>
            <a:chOff x="6657194" y="2434073"/>
            <a:chExt cx="375507" cy="367925"/>
          </a:xfrm>
        </p:grpSpPr>
        <p:sp>
          <p:nvSpPr>
            <p:cNvPr id="2658" name="Google Shape;2658;p5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 name="Google Shape;2661;p52"/>
          <p:cNvGrpSpPr/>
          <p:nvPr/>
        </p:nvGrpSpPr>
        <p:grpSpPr>
          <a:xfrm>
            <a:off x="6395601" y="1558909"/>
            <a:ext cx="288380" cy="276195"/>
            <a:chOff x="7101317" y="2441655"/>
            <a:chExt cx="367925" cy="352380"/>
          </a:xfrm>
        </p:grpSpPr>
        <p:sp>
          <p:nvSpPr>
            <p:cNvPr id="2662" name="Google Shape;2662;p5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52"/>
          <p:cNvGrpSpPr/>
          <p:nvPr/>
        </p:nvGrpSpPr>
        <p:grpSpPr>
          <a:xfrm>
            <a:off x="7268696" y="2867925"/>
            <a:ext cx="288380" cy="287781"/>
            <a:chOff x="5756399" y="2434456"/>
            <a:chExt cx="367925" cy="367161"/>
          </a:xfrm>
        </p:grpSpPr>
        <p:sp>
          <p:nvSpPr>
            <p:cNvPr id="2665" name="Google Shape;2665;p5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2" name="Google Shape;2672;p52"/>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2"/>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4" name="Google Shape;2674;p52"/>
          <p:cNvGrpSpPr/>
          <p:nvPr/>
        </p:nvGrpSpPr>
        <p:grpSpPr>
          <a:xfrm>
            <a:off x="5956198" y="1552817"/>
            <a:ext cx="292849" cy="288380"/>
            <a:chOff x="7964906" y="2434073"/>
            <a:chExt cx="373627" cy="367925"/>
          </a:xfrm>
        </p:grpSpPr>
        <p:sp>
          <p:nvSpPr>
            <p:cNvPr id="2675" name="Google Shape;2675;p5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52"/>
          <p:cNvGrpSpPr/>
          <p:nvPr/>
        </p:nvGrpSpPr>
        <p:grpSpPr>
          <a:xfrm>
            <a:off x="5082679" y="4177986"/>
            <a:ext cx="289878" cy="282537"/>
            <a:chOff x="6194086" y="2437737"/>
            <a:chExt cx="369837" cy="360471"/>
          </a:xfrm>
        </p:grpSpPr>
        <p:sp>
          <p:nvSpPr>
            <p:cNvPr id="2678" name="Google Shape;2678;p5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 name="Google Shape;2680;p52"/>
          <p:cNvGrpSpPr/>
          <p:nvPr/>
        </p:nvGrpSpPr>
        <p:grpSpPr>
          <a:xfrm>
            <a:off x="5081214" y="2435548"/>
            <a:ext cx="292807" cy="275548"/>
            <a:chOff x="2464780" y="2072430"/>
            <a:chExt cx="1086484" cy="1022822"/>
          </a:xfrm>
        </p:grpSpPr>
        <p:sp>
          <p:nvSpPr>
            <p:cNvPr id="2681" name="Google Shape;2681;p52"/>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2" name="Google Shape;2682;p52"/>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3" name="Google Shape;2683;p52"/>
          <p:cNvGrpSpPr/>
          <p:nvPr/>
        </p:nvGrpSpPr>
        <p:grpSpPr>
          <a:xfrm>
            <a:off x="8140096" y="2014524"/>
            <a:ext cx="291086" cy="246969"/>
            <a:chOff x="4271188" y="53984"/>
            <a:chExt cx="1536886" cy="1303957"/>
          </a:xfrm>
        </p:grpSpPr>
        <p:sp>
          <p:nvSpPr>
            <p:cNvPr id="2684" name="Google Shape;2684;p52"/>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52"/>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52"/>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7" name="Google Shape;2687;p52"/>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52"/>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52"/>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0" name="Google Shape;2690;p52"/>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1" name="Google Shape;2691;p52"/>
          <p:cNvGrpSpPr/>
          <p:nvPr/>
        </p:nvGrpSpPr>
        <p:grpSpPr>
          <a:xfrm>
            <a:off x="7738492" y="2428997"/>
            <a:ext cx="218558" cy="288652"/>
            <a:chOff x="6750875" y="237746"/>
            <a:chExt cx="809176" cy="1068685"/>
          </a:xfrm>
        </p:grpSpPr>
        <p:sp>
          <p:nvSpPr>
            <p:cNvPr id="2692" name="Google Shape;2692;p52"/>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52"/>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52"/>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52"/>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52"/>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7" name="Google Shape;2697;p52"/>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8" name="Google Shape;2698;p52"/>
          <p:cNvGrpSpPr/>
          <p:nvPr/>
        </p:nvGrpSpPr>
        <p:grpSpPr>
          <a:xfrm>
            <a:off x="7269571" y="3770730"/>
            <a:ext cx="286629" cy="223611"/>
            <a:chOff x="7956939" y="2337918"/>
            <a:chExt cx="1536887" cy="1198984"/>
          </a:xfrm>
        </p:grpSpPr>
        <p:sp>
          <p:nvSpPr>
            <p:cNvPr id="2699" name="Google Shape;2699;p52"/>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52"/>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01" name="Google Shape;2701;p52"/>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02" name="Google Shape;2702;p52"/>
          <p:cNvGrpSpPr/>
          <p:nvPr/>
        </p:nvGrpSpPr>
        <p:grpSpPr>
          <a:xfrm>
            <a:off x="5523126" y="3317465"/>
            <a:ext cx="288688" cy="254080"/>
            <a:chOff x="551757" y="3860930"/>
            <a:chExt cx="1153829" cy="1015509"/>
          </a:xfrm>
        </p:grpSpPr>
        <p:sp>
          <p:nvSpPr>
            <p:cNvPr id="2703" name="Google Shape;2703;p52"/>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4" name="Google Shape;2704;p52"/>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5" name="Google Shape;2705;p52"/>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52"/>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52"/>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8" name="Google Shape;2708;p52"/>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9" name="Google Shape;2709;p52"/>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52"/>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1" name="Google Shape;2711;p52"/>
          <p:cNvGrpSpPr/>
          <p:nvPr/>
        </p:nvGrpSpPr>
        <p:grpSpPr>
          <a:xfrm>
            <a:off x="5105170" y="3300536"/>
            <a:ext cx="244896" cy="287940"/>
            <a:chOff x="10498304" y="503714"/>
            <a:chExt cx="1306112" cy="1536498"/>
          </a:xfrm>
        </p:grpSpPr>
        <p:sp>
          <p:nvSpPr>
            <p:cNvPr id="2712" name="Google Shape;2712;p52"/>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52"/>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52"/>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52"/>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52"/>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52"/>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52"/>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52"/>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52"/>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52"/>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52"/>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52"/>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24" name="Google Shape;2724;p52"/>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52"/>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26" name="Google Shape;2726;p52"/>
          <p:cNvGrpSpPr/>
          <p:nvPr/>
        </p:nvGrpSpPr>
        <p:grpSpPr>
          <a:xfrm>
            <a:off x="6399269" y="3742013"/>
            <a:ext cx="281044" cy="281044"/>
            <a:chOff x="965200" y="1989458"/>
            <a:chExt cx="2879551" cy="2879550"/>
          </a:xfrm>
        </p:grpSpPr>
        <p:sp>
          <p:nvSpPr>
            <p:cNvPr id="2727" name="Google Shape;2727;p52"/>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52"/>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52"/>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52"/>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52"/>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2" name="Google Shape;2732;p52"/>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52"/>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52"/>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35" name="Google Shape;2735;p52"/>
          <p:cNvGrpSpPr/>
          <p:nvPr/>
        </p:nvGrpSpPr>
        <p:grpSpPr>
          <a:xfrm>
            <a:off x="5536639" y="1554474"/>
            <a:ext cx="261662" cy="285066"/>
            <a:chOff x="9422494" y="3313750"/>
            <a:chExt cx="1655039" cy="1803075"/>
          </a:xfrm>
        </p:grpSpPr>
        <p:sp>
          <p:nvSpPr>
            <p:cNvPr id="2736" name="Google Shape;2736;p52"/>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52"/>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8" name="Google Shape;2738;p52"/>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9" name="Google Shape;2739;p52"/>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40" name="Google Shape;2740;p52"/>
          <p:cNvGrpSpPr/>
          <p:nvPr/>
        </p:nvGrpSpPr>
        <p:grpSpPr>
          <a:xfrm>
            <a:off x="5116067" y="1998904"/>
            <a:ext cx="227848" cy="278656"/>
            <a:chOff x="7662862" y="3107911"/>
            <a:chExt cx="522827" cy="639413"/>
          </a:xfrm>
        </p:grpSpPr>
        <p:sp>
          <p:nvSpPr>
            <p:cNvPr id="2741" name="Google Shape;2741;p52"/>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2" name="Google Shape;2742;p52"/>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3" name="Google Shape;2743;p52"/>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4" name="Google Shape;2744;p52"/>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5" name="Google Shape;2745;p52"/>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6" name="Google Shape;2746;p52"/>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47" name="Google Shape;2747;p52"/>
          <p:cNvGrpSpPr/>
          <p:nvPr/>
        </p:nvGrpSpPr>
        <p:grpSpPr>
          <a:xfrm>
            <a:off x="7265516" y="1998708"/>
            <a:ext cx="283464" cy="283464"/>
            <a:chOff x="6822566" y="3141725"/>
            <a:chExt cx="571500" cy="571499"/>
          </a:xfrm>
        </p:grpSpPr>
        <p:sp>
          <p:nvSpPr>
            <p:cNvPr id="2748" name="Google Shape;2748;p52"/>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9" name="Google Shape;2749;p52"/>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0" name="Google Shape;2750;p52"/>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1" name="Google Shape;2751;p52"/>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2" name="Google Shape;2752;p52"/>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3" name="Google Shape;2753;p52"/>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54" name="Google Shape;2754;p52"/>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5" name="Google Shape;2755;p52"/>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56" name="Google Shape;2756;p52"/>
          <p:cNvGrpSpPr/>
          <p:nvPr/>
        </p:nvGrpSpPr>
        <p:grpSpPr>
          <a:xfrm>
            <a:off x="6397241" y="2866966"/>
            <a:ext cx="283517" cy="283509"/>
            <a:chOff x="2843215" y="176245"/>
            <a:chExt cx="6502675" cy="6502493"/>
          </a:xfrm>
        </p:grpSpPr>
        <p:sp>
          <p:nvSpPr>
            <p:cNvPr id="2757" name="Google Shape;2757;p52"/>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8" name="Google Shape;2758;p52"/>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2" name="Shape 2762"/>
        <p:cNvGrpSpPr/>
        <p:nvPr/>
      </p:nvGrpSpPr>
      <p:grpSpPr>
        <a:xfrm>
          <a:off x="0" y="0"/>
          <a:ext cx="0" cy="0"/>
          <a:chOff x="0" y="0"/>
          <a:chExt cx="0" cy="0"/>
        </a:xfrm>
      </p:grpSpPr>
      <p:sp>
        <p:nvSpPr>
          <p:cNvPr id="2763" name="Google Shape;2763;p5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764" name="Google Shape;2764;p5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765" name="Google Shape;2765;p53"/>
          <p:cNvGrpSpPr/>
          <p:nvPr/>
        </p:nvGrpSpPr>
        <p:grpSpPr>
          <a:xfrm>
            <a:off x="2043469" y="2434024"/>
            <a:ext cx="254020" cy="275455"/>
            <a:chOff x="2216956" y="1510503"/>
            <a:chExt cx="318721" cy="345615"/>
          </a:xfrm>
        </p:grpSpPr>
        <p:sp>
          <p:nvSpPr>
            <p:cNvPr id="2766" name="Google Shape;2766;p5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53"/>
          <p:cNvGrpSpPr/>
          <p:nvPr/>
        </p:nvGrpSpPr>
        <p:grpSpPr>
          <a:xfrm>
            <a:off x="2031382" y="2916307"/>
            <a:ext cx="278195" cy="183349"/>
            <a:chOff x="3988156" y="1568461"/>
            <a:chExt cx="349052" cy="230049"/>
          </a:xfrm>
        </p:grpSpPr>
        <p:sp>
          <p:nvSpPr>
            <p:cNvPr id="2772" name="Google Shape;2772;p5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 name="Google Shape;2779;p53"/>
          <p:cNvGrpSpPr/>
          <p:nvPr/>
        </p:nvGrpSpPr>
        <p:grpSpPr>
          <a:xfrm>
            <a:off x="2899974" y="2869683"/>
            <a:ext cx="286336" cy="276597"/>
            <a:chOff x="2633037" y="1499873"/>
            <a:chExt cx="379002" cy="366112"/>
          </a:xfrm>
        </p:grpSpPr>
        <p:sp>
          <p:nvSpPr>
            <p:cNvPr id="2780" name="Google Shape;2780;p5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6" name="Google Shape;2786;p53"/>
          <p:cNvGrpSpPr/>
          <p:nvPr/>
        </p:nvGrpSpPr>
        <p:grpSpPr>
          <a:xfrm>
            <a:off x="6842598" y="1560119"/>
            <a:ext cx="261275" cy="284536"/>
            <a:chOff x="6675256" y="1516169"/>
            <a:chExt cx="327823" cy="357009"/>
          </a:xfrm>
        </p:grpSpPr>
        <p:sp>
          <p:nvSpPr>
            <p:cNvPr id="2787" name="Google Shape;2787;p5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53"/>
          <p:cNvGrpSpPr/>
          <p:nvPr/>
        </p:nvGrpSpPr>
        <p:grpSpPr>
          <a:xfrm>
            <a:off x="7729305" y="1994390"/>
            <a:ext cx="239815" cy="284232"/>
            <a:chOff x="8020159" y="1516551"/>
            <a:chExt cx="300897" cy="356627"/>
          </a:xfrm>
        </p:grpSpPr>
        <p:sp>
          <p:nvSpPr>
            <p:cNvPr id="2797" name="Google Shape;2797;p5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53"/>
          <p:cNvGrpSpPr/>
          <p:nvPr/>
        </p:nvGrpSpPr>
        <p:grpSpPr>
          <a:xfrm>
            <a:off x="5555142" y="1994390"/>
            <a:ext cx="205114" cy="284232"/>
            <a:chOff x="5377363" y="1516169"/>
            <a:chExt cx="257357" cy="356627"/>
          </a:xfrm>
        </p:grpSpPr>
        <p:sp>
          <p:nvSpPr>
            <p:cNvPr id="2803" name="Google Shape;2803;p5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53"/>
          <p:cNvGrpSpPr/>
          <p:nvPr/>
        </p:nvGrpSpPr>
        <p:grpSpPr>
          <a:xfrm>
            <a:off x="6831272" y="2447679"/>
            <a:ext cx="283927" cy="253132"/>
            <a:chOff x="4880567" y="1535870"/>
            <a:chExt cx="356245" cy="317607"/>
          </a:xfrm>
        </p:grpSpPr>
        <p:sp>
          <p:nvSpPr>
            <p:cNvPr id="2821" name="Google Shape;2821;p5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3"/>
          <p:cNvGrpSpPr/>
          <p:nvPr/>
        </p:nvGrpSpPr>
        <p:grpSpPr>
          <a:xfrm>
            <a:off x="5960377" y="1559967"/>
            <a:ext cx="284815" cy="284841"/>
            <a:chOff x="5771483" y="1515787"/>
            <a:chExt cx="357359" cy="357391"/>
          </a:xfrm>
        </p:grpSpPr>
        <p:sp>
          <p:nvSpPr>
            <p:cNvPr id="2827" name="Google Shape;2827;p5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53"/>
          <p:cNvGrpSpPr/>
          <p:nvPr/>
        </p:nvGrpSpPr>
        <p:grpSpPr>
          <a:xfrm>
            <a:off x="7282964" y="1558850"/>
            <a:ext cx="260666" cy="287073"/>
            <a:chOff x="7562766" y="1514864"/>
            <a:chExt cx="327059" cy="360192"/>
          </a:xfrm>
        </p:grpSpPr>
        <p:sp>
          <p:nvSpPr>
            <p:cNvPr id="2832" name="Google Shape;2832;p5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 name="Google Shape;2836;p53"/>
          <p:cNvGrpSpPr/>
          <p:nvPr/>
        </p:nvGrpSpPr>
        <p:grpSpPr>
          <a:xfrm>
            <a:off x="6394425" y="1558069"/>
            <a:ext cx="288184" cy="288637"/>
            <a:chOff x="6259175" y="1559008"/>
            <a:chExt cx="271743" cy="272093"/>
          </a:xfrm>
        </p:grpSpPr>
        <p:sp>
          <p:nvSpPr>
            <p:cNvPr id="2837" name="Google Shape;2837;p5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53"/>
          <p:cNvGrpSpPr/>
          <p:nvPr/>
        </p:nvGrpSpPr>
        <p:grpSpPr>
          <a:xfrm>
            <a:off x="5097817" y="4214613"/>
            <a:ext cx="265207" cy="224621"/>
            <a:chOff x="6671087" y="2009304"/>
            <a:chExt cx="332757" cy="281833"/>
          </a:xfrm>
        </p:grpSpPr>
        <p:sp>
          <p:nvSpPr>
            <p:cNvPr id="2855" name="Google Shape;2855;p5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53"/>
          <p:cNvGrpSpPr/>
          <p:nvPr/>
        </p:nvGrpSpPr>
        <p:grpSpPr>
          <a:xfrm>
            <a:off x="3341830" y="1997392"/>
            <a:ext cx="278778" cy="278499"/>
            <a:chOff x="2201806" y="1976585"/>
            <a:chExt cx="349784" cy="349434"/>
          </a:xfrm>
        </p:grpSpPr>
        <p:sp>
          <p:nvSpPr>
            <p:cNvPr id="2858" name="Google Shape;2858;p5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2" name="Google Shape;2862;p53"/>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3" name="Google Shape;2863;p53"/>
          <p:cNvGrpSpPr/>
          <p:nvPr/>
        </p:nvGrpSpPr>
        <p:grpSpPr>
          <a:xfrm>
            <a:off x="720803" y="2432337"/>
            <a:ext cx="275176" cy="278829"/>
            <a:chOff x="3979435" y="1976585"/>
            <a:chExt cx="345265" cy="349848"/>
          </a:xfrm>
        </p:grpSpPr>
        <p:sp>
          <p:nvSpPr>
            <p:cNvPr id="2864" name="Google Shape;2864;p5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53"/>
          <p:cNvGrpSpPr/>
          <p:nvPr/>
        </p:nvGrpSpPr>
        <p:grpSpPr>
          <a:xfrm>
            <a:off x="1153925" y="2432502"/>
            <a:ext cx="279082" cy="278499"/>
            <a:chOff x="3541011" y="1508594"/>
            <a:chExt cx="350166" cy="349434"/>
          </a:xfrm>
        </p:grpSpPr>
        <p:sp>
          <p:nvSpPr>
            <p:cNvPr id="2882" name="Google Shape;2882;p5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53"/>
          <p:cNvGrpSpPr/>
          <p:nvPr/>
        </p:nvGrpSpPr>
        <p:grpSpPr>
          <a:xfrm>
            <a:off x="1638632" y="2423573"/>
            <a:ext cx="190300" cy="296357"/>
            <a:chOff x="2722090" y="2890162"/>
            <a:chExt cx="238770" cy="371841"/>
          </a:xfrm>
        </p:grpSpPr>
        <p:sp>
          <p:nvSpPr>
            <p:cNvPr id="2896" name="Google Shape;2896;p5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9" name="Google Shape;2899;p53"/>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0" name="Google Shape;2900;p53"/>
          <p:cNvGrpSpPr/>
          <p:nvPr/>
        </p:nvGrpSpPr>
        <p:grpSpPr>
          <a:xfrm>
            <a:off x="3337324" y="1599249"/>
            <a:ext cx="287791" cy="211377"/>
            <a:chOff x="1289311" y="2926222"/>
            <a:chExt cx="408156" cy="299783"/>
          </a:xfrm>
        </p:grpSpPr>
        <p:sp>
          <p:nvSpPr>
            <p:cNvPr id="2901" name="Google Shape;2901;p5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53"/>
          <p:cNvGrpSpPr/>
          <p:nvPr/>
        </p:nvGrpSpPr>
        <p:grpSpPr>
          <a:xfrm>
            <a:off x="8143021" y="2430468"/>
            <a:ext cx="287834" cy="287555"/>
            <a:chOff x="7978465" y="1969392"/>
            <a:chExt cx="361147" cy="360797"/>
          </a:xfrm>
        </p:grpSpPr>
        <p:sp>
          <p:nvSpPr>
            <p:cNvPr id="2904" name="Google Shape;2904;p5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3" name="Google Shape;2913;p53"/>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4" name="Google Shape;2914;p53"/>
          <p:cNvGrpSpPr/>
          <p:nvPr/>
        </p:nvGrpSpPr>
        <p:grpSpPr>
          <a:xfrm>
            <a:off x="1588645" y="1568594"/>
            <a:ext cx="290273" cy="272688"/>
            <a:chOff x="1749728" y="2894777"/>
            <a:chExt cx="386927" cy="363438"/>
          </a:xfrm>
        </p:grpSpPr>
        <p:sp>
          <p:nvSpPr>
            <p:cNvPr id="2915" name="Google Shape;2915;p5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2" name="Google Shape;2922;p53"/>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3" name="Google Shape;2923;p53"/>
          <p:cNvGrpSpPr/>
          <p:nvPr/>
        </p:nvGrpSpPr>
        <p:grpSpPr>
          <a:xfrm>
            <a:off x="7282951" y="2883104"/>
            <a:ext cx="260692" cy="257039"/>
            <a:chOff x="5352728" y="1990239"/>
            <a:chExt cx="327091" cy="322508"/>
          </a:xfrm>
        </p:grpSpPr>
        <p:sp>
          <p:nvSpPr>
            <p:cNvPr id="2924" name="Google Shape;2924;p5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53"/>
          <p:cNvGrpSpPr/>
          <p:nvPr/>
        </p:nvGrpSpPr>
        <p:grpSpPr>
          <a:xfrm>
            <a:off x="7300327" y="3800589"/>
            <a:ext cx="225940" cy="158287"/>
            <a:chOff x="4048787" y="2977019"/>
            <a:chExt cx="283488" cy="198604"/>
          </a:xfrm>
        </p:grpSpPr>
        <p:sp>
          <p:nvSpPr>
            <p:cNvPr id="2928" name="Google Shape;2928;p5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53"/>
          <p:cNvGrpSpPr/>
          <p:nvPr/>
        </p:nvGrpSpPr>
        <p:grpSpPr>
          <a:xfrm>
            <a:off x="1206319" y="1997544"/>
            <a:ext cx="174293" cy="278195"/>
            <a:chOff x="4054103" y="2430191"/>
            <a:chExt cx="218687" cy="349052"/>
          </a:xfrm>
        </p:grpSpPr>
        <p:sp>
          <p:nvSpPr>
            <p:cNvPr id="2935" name="Google Shape;2935;p5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53"/>
          <p:cNvGrpSpPr/>
          <p:nvPr/>
        </p:nvGrpSpPr>
        <p:grpSpPr>
          <a:xfrm>
            <a:off x="1147884" y="2872351"/>
            <a:ext cx="291164" cy="271262"/>
            <a:chOff x="2185128" y="2427549"/>
            <a:chExt cx="382758" cy="356595"/>
          </a:xfrm>
        </p:grpSpPr>
        <p:sp>
          <p:nvSpPr>
            <p:cNvPr id="2938" name="Google Shape;2938;p5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2" name="Google Shape;2942;p53"/>
          <p:cNvGrpSpPr/>
          <p:nvPr/>
        </p:nvGrpSpPr>
        <p:grpSpPr>
          <a:xfrm>
            <a:off x="719008" y="3318811"/>
            <a:ext cx="278766" cy="255221"/>
            <a:chOff x="1731523" y="2422616"/>
            <a:chExt cx="399435" cy="365698"/>
          </a:xfrm>
        </p:grpSpPr>
        <p:sp>
          <p:nvSpPr>
            <p:cNvPr id="2943" name="Google Shape;2943;p5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 name="Google Shape;2946;p53"/>
          <p:cNvGrpSpPr/>
          <p:nvPr/>
        </p:nvGrpSpPr>
        <p:grpSpPr>
          <a:xfrm>
            <a:off x="3781637" y="1999802"/>
            <a:ext cx="274872" cy="273679"/>
            <a:chOff x="3097241" y="2433564"/>
            <a:chExt cx="344883" cy="343387"/>
          </a:xfrm>
        </p:grpSpPr>
        <p:sp>
          <p:nvSpPr>
            <p:cNvPr id="2947" name="Google Shape;2947;p5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53"/>
          <p:cNvGrpSpPr/>
          <p:nvPr/>
        </p:nvGrpSpPr>
        <p:grpSpPr>
          <a:xfrm>
            <a:off x="1159371" y="3772374"/>
            <a:ext cx="268189" cy="216953"/>
            <a:chOff x="1278299" y="2439293"/>
            <a:chExt cx="410829" cy="332343"/>
          </a:xfrm>
        </p:grpSpPr>
        <p:sp>
          <p:nvSpPr>
            <p:cNvPr id="2957" name="Google Shape;2957;p5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5" name="Google Shape;2965;p53"/>
          <p:cNvGrpSpPr/>
          <p:nvPr/>
        </p:nvGrpSpPr>
        <p:grpSpPr>
          <a:xfrm>
            <a:off x="3786773" y="3748551"/>
            <a:ext cx="264598" cy="264598"/>
            <a:chOff x="870939" y="2439293"/>
            <a:chExt cx="331993" cy="331993"/>
          </a:xfrm>
        </p:grpSpPr>
        <p:sp>
          <p:nvSpPr>
            <p:cNvPr id="2966" name="Google Shape;2966;p5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53"/>
          <p:cNvGrpSpPr/>
          <p:nvPr/>
        </p:nvGrpSpPr>
        <p:grpSpPr>
          <a:xfrm>
            <a:off x="5083929" y="2029263"/>
            <a:ext cx="292984" cy="214486"/>
            <a:chOff x="5733194" y="2431718"/>
            <a:chExt cx="446826" cy="327059"/>
          </a:xfrm>
        </p:grpSpPr>
        <p:sp>
          <p:nvSpPr>
            <p:cNvPr id="2983" name="Google Shape;2983;p5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53"/>
          <p:cNvGrpSpPr/>
          <p:nvPr/>
        </p:nvGrpSpPr>
        <p:grpSpPr>
          <a:xfrm>
            <a:off x="7274511" y="3326244"/>
            <a:ext cx="277572" cy="242756"/>
            <a:chOff x="4876780" y="2418064"/>
            <a:chExt cx="407774" cy="356627"/>
          </a:xfrm>
        </p:grpSpPr>
        <p:sp>
          <p:nvSpPr>
            <p:cNvPr id="2987" name="Google Shape;2987;p5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53"/>
          <p:cNvGrpSpPr/>
          <p:nvPr/>
        </p:nvGrpSpPr>
        <p:grpSpPr>
          <a:xfrm>
            <a:off x="5089774" y="2443241"/>
            <a:ext cx="281294" cy="262009"/>
            <a:chOff x="7070872" y="2410871"/>
            <a:chExt cx="398321" cy="371013"/>
          </a:xfrm>
        </p:grpSpPr>
        <p:sp>
          <p:nvSpPr>
            <p:cNvPr id="2996" name="Google Shape;2996;p5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 name="Google Shape;3000;p53"/>
          <p:cNvGrpSpPr/>
          <p:nvPr/>
        </p:nvGrpSpPr>
        <p:grpSpPr>
          <a:xfrm>
            <a:off x="6825387" y="3359639"/>
            <a:ext cx="295697" cy="175968"/>
            <a:chOff x="5318259" y="2982111"/>
            <a:chExt cx="371013" cy="220787"/>
          </a:xfrm>
        </p:grpSpPr>
        <p:sp>
          <p:nvSpPr>
            <p:cNvPr id="3001" name="Google Shape;3001;p5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9" name="Google Shape;3009;p53"/>
          <p:cNvGrpSpPr/>
          <p:nvPr/>
        </p:nvGrpSpPr>
        <p:grpSpPr>
          <a:xfrm>
            <a:off x="6395196" y="2426397"/>
            <a:ext cx="286642" cy="295697"/>
            <a:chOff x="7521454" y="2906139"/>
            <a:chExt cx="359651" cy="371013"/>
          </a:xfrm>
        </p:grpSpPr>
        <p:sp>
          <p:nvSpPr>
            <p:cNvPr id="3010" name="Google Shape;3010;p5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53"/>
          <p:cNvGrpSpPr/>
          <p:nvPr/>
        </p:nvGrpSpPr>
        <p:grpSpPr>
          <a:xfrm>
            <a:off x="5982573" y="3731884"/>
            <a:ext cx="240424" cy="295697"/>
            <a:chOff x="5782845" y="2906521"/>
            <a:chExt cx="301661" cy="371013"/>
          </a:xfrm>
        </p:grpSpPr>
        <p:sp>
          <p:nvSpPr>
            <p:cNvPr id="3016" name="Google Shape;3016;p5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9" name="Google Shape;3019;p53"/>
          <p:cNvGrpSpPr/>
          <p:nvPr/>
        </p:nvGrpSpPr>
        <p:grpSpPr>
          <a:xfrm>
            <a:off x="1151959" y="3304762"/>
            <a:ext cx="283014" cy="283319"/>
            <a:chOff x="3539102" y="2427549"/>
            <a:chExt cx="355099" cy="355481"/>
          </a:xfrm>
        </p:grpSpPr>
        <p:sp>
          <p:nvSpPr>
            <p:cNvPr id="3020" name="Google Shape;3020;p5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53"/>
          <p:cNvGrpSpPr/>
          <p:nvPr/>
        </p:nvGrpSpPr>
        <p:grpSpPr>
          <a:xfrm>
            <a:off x="2473426" y="2862391"/>
            <a:ext cx="266729" cy="291182"/>
            <a:chOff x="1314678" y="3358217"/>
            <a:chExt cx="334666" cy="365348"/>
          </a:xfrm>
        </p:grpSpPr>
        <p:sp>
          <p:nvSpPr>
            <p:cNvPr id="3023" name="Google Shape;3023;p5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53"/>
          <p:cNvGrpSpPr/>
          <p:nvPr/>
        </p:nvGrpSpPr>
        <p:grpSpPr>
          <a:xfrm>
            <a:off x="3773481" y="2862543"/>
            <a:ext cx="291182" cy="290878"/>
            <a:chOff x="2640993" y="3357835"/>
            <a:chExt cx="365348" cy="364966"/>
          </a:xfrm>
        </p:grpSpPr>
        <p:sp>
          <p:nvSpPr>
            <p:cNvPr id="3029" name="Google Shape;3029;p5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9" name="Google Shape;3039;p53"/>
          <p:cNvGrpSpPr/>
          <p:nvPr/>
        </p:nvGrpSpPr>
        <p:grpSpPr>
          <a:xfrm>
            <a:off x="8147244" y="1562833"/>
            <a:ext cx="279387" cy="279108"/>
            <a:chOff x="4886264" y="3366174"/>
            <a:chExt cx="350548" cy="350198"/>
          </a:xfrm>
        </p:grpSpPr>
        <p:sp>
          <p:nvSpPr>
            <p:cNvPr id="3040" name="Google Shape;3040;p5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3" name="Google Shape;3053;p53"/>
          <p:cNvGrpSpPr/>
          <p:nvPr/>
        </p:nvGrpSpPr>
        <p:grpSpPr>
          <a:xfrm>
            <a:off x="5092084" y="2910132"/>
            <a:ext cx="276673" cy="202983"/>
            <a:chOff x="5331913" y="3413947"/>
            <a:chExt cx="347143" cy="254684"/>
          </a:xfrm>
        </p:grpSpPr>
        <p:sp>
          <p:nvSpPr>
            <p:cNvPr id="3054" name="Google Shape;3054;p5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 name="Google Shape;3060;p53"/>
          <p:cNvGrpSpPr/>
          <p:nvPr/>
        </p:nvGrpSpPr>
        <p:grpSpPr>
          <a:xfrm>
            <a:off x="6401081" y="2891551"/>
            <a:ext cx="274872" cy="240145"/>
            <a:chOff x="7551754" y="3390808"/>
            <a:chExt cx="344883" cy="301311"/>
          </a:xfrm>
        </p:grpSpPr>
        <p:sp>
          <p:nvSpPr>
            <p:cNvPr id="3061" name="Google Shape;3061;p5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53"/>
          <p:cNvGrpSpPr/>
          <p:nvPr/>
        </p:nvGrpSpPr>
        <p:grpSpPr>
          <a:xfrm>
            <a:off x="6405901" y="3333752"/>
            <a:ext cx="265233" cy="227741"/>
            <a:chOff x="848978" y="4297637"/>
            <a:chExt cx="377824" cy="324418"/>
          </a:xfrm>
        </p:grpSpPr>
        <p:sp>
          <p:nvSpPr>
            <p:cNvPr id="3073" name="Google Shape;3073;p5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53"/>
          <p:cNvGrpSpPr/>
          <p:nvPr/>
        </p:nvGrpSpPr>
        <p:grpSpPr>
          <a:xfrm>
            <a:off x="1153418" y="1567070"/>
            <a:ext cx="280097" cy="275734"/>
            <a:chOff x="1754279" y="4286593"/>
            <a:chExt cx="351439" cy="345965"/>
          </a:xfrm>
        </p:grpSpPr>
        <p:sp>
          <p:nvSpPr>
            <p:cNvPr id="3076" name="Google Shape;3076;p5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53"/>
          <p:cNvGrpSpPr/>
          <p:nvPr/>
        </p:nvGrpSpPr>
        <p:grpSpPr>
          <a:xfrm>
            <a:off x="724291" y="1571421"/>
            <a:ext cx="268200" cy="267033"/>
            <a:chOff x="3996113" y="4291176"/>
            <a:chExt cx="336512" cy="335048"/>
          </a:xfrm>
        </p:grpSpPr>
        <p:sp>
          <p:nvSpPr>
            <p:cNvPr id="3082" name="Google Shape;3082;p5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5" name="Google Shape;3085;p53"/>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6" name="Google Shape;3086;p53"/>
          <p:cNvGrpSpPr/>
          <p:nvPr/>
        </p:nvGrpSpPr>
        <p:grpSpPr>
          <a:xfrm>
            <a:off x="2897549" y="2444051"/>
            <a:ext cx="291187" cy="255401"/>
            <a:chOff x="2179081" y="4285511"/>
            <a:chExt cx="397525" cy="348670"/>
          </a:xfrm>
        </p:grpSpPr>
        <p:sp>
          <p:nvSpPr>
            <p:cNvPr id="3087" name="Google Shape;3087;p5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53"/>
          <p:cNvGrpSpPr/>
          <p:nvPr/>
        </p:nvGrpSpPr>
        <p:grpSpPr>
          <a:xfrm>
            <a:off x="3812444" y="1573666"/>
            <a:ext cx="213256" cy="262543"/>
            <a:chOff x="3584201" y="4294996"/>
            <a:chExt cx="267574" cy="329415"/>
          </a:xfrm>
        </p:grpSpPr>
        <p:sp>
          <p:nvSpPr>
            <p:cNvPr id="3090" name="Google Shape;3090;p5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53"/>
          <p:cNvGrpSpPr/>
          <p:nvPr/>
        </p:nvGrpSpPr>
        <p:grpSpPr>
          <a:xfrm>
            <a:off x="3775217" y="3320980"/>
            <a:ext cx="287712" cy="250883"/>
            <a:chOff x="3082855" y="4295728"/>
            <a:chExt cx="375946" cy="327823"/>
          </a:xfrm>
        </p:grpSpPr>
        <p:sp>
          <p:nvSpPr>
            <p:cNvPr id="3095" name="Google Shape;3095;p5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53"/>
          <p:cNvGrpSpPr/>
          <p:nvPr/>
        </p:nvGrpSpPr>
        <p:grpSpPr>
          <a:xfrm>
            <a:off x="1673675" y="2002377"/>
            <a:ext cx="120212" cy="268530"/>
            <a:chOff x="2749016" y="4291176"/>
            <a:chExt cx="150831" cy="336926"/>
          </a:xfrm>
        </p:grpSpPr>
        <p:sp>
          <p:nvSpPr>
            <p:cNvPr id="3107" name="Google Shape;3107;p5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53"/>
          <p:cNvGrpSpPr/>
          <p:nvPr/>
        </p:nvGrpSpPr>
        <p:grpSpPr>
          <a:xfrm>
            <a:off x="5519819" y="2436353"/>
            <a:ext cx="275759" cy="275785"/>
            <a:chOff x="4890434" y="4287389"/>
            <a:chExt cx="345997" cy="346029"/>
          </a:xfrm>
        </p:grpSpPr>
        <p:sp>
          <p:nvSpPr>
            <p:cNvPr id="3112" name="Google Shape;3112;p5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9" name="Google Shape;3119;p53"/>
          <p:cNvGrpSpPr/>
          <p:nvPr/>
        </p:nvGrpSpPr>
        <p:grpSpPr>
          <a:xfrm>
            <a:off x="1593162" y="2865043"/>
            <a:ext cx="281240" cy="285877"/>
            <a:chOff x="850092" y="3352934"/>
            <a:chExt cx="369517" cy="375660"/>
          </a:xfrm>
        </p:grpSpPr>
        <p:sp>
          <p:nvSpPr>
            <p:cNvPr id="3120" name="Google Shape;3120;p5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53"/>
          <p:cNvGrpSpPr/>
          <p:nvPr/>
        </p:nvGrpSpPr>
        <p:grpSpPr>
          <a:xfrm>
            <a:off x="714462" y="3768657"/>
            <a:ext cx="287858" cy="224386"/>
            <a:chOff x="2611458" y="3816374"/>
            <a:chExt cx="426329" cy="332375"/>
          </a:xfrm>
        </p:grpSpPr>
        <p:sp>
          <p:nvSpPr>
            <p:cNvPr id="3126" name="Google Shape;3126;p5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53"/>
          <p:cNvGrpSpPr/>
          <p:nvPr/>
        </p:nvGrpSpPr>
        <p:grpSpPr>
          <a:xfrm>
            <a:off x="741350" y="2866931"/>
            <a:ext cx="234082" cy="282101"/>
            <a:chOff x="4019984" y="3805393"/>
            <a:chExt cx="293704" cy="353954"/>
          </a:xfrm>
        </p:grpSpPr>
        <p:sp>
          <p:nvSpPr>
            <p:cNvPr id="3137" name="Google Shape;3137;p5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53"/>
          <p:cNvGrpSpPr/>
          <p:nvPr/>
        </p:nvGrpSpPr>
        <p:grpSpPr>
          <a:xfrm>
            <a:off x="8157961" y="3758912"/>
            <a:ext cx="257952" cy="241641"/>
            <a:chOff x="8006505" y="3390044"/>
            <a:chExt cx="323654" cy="303189"/>
          </a:xfrm>
        </p:grpSpPr>
        <p:sp>
          <p:nvSpPr>
            <p:cNvPr id="3140" name="Google Shape;3140;p5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6" name="Google Shape;3146;p53"/>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7" name="Google Shape;3147;p53"/>
          <p:cNvGrpSpPr/>
          <p:nvPr/>
        </p:nvGrpSpPr>
        <p:grpSpPr>
          <a:xfrm>
            <a:off x="5509698" y="3327563"/>
            <a:ext cx="296002" cy="240119"/>
            <a:chOff x="7550258" y="3832670"/>
            <a:chExt cx="371395" cy="301279"/>
          </a:xfrm>
        </p:grpSpPr>
        <p:sp>
          <p:nvSpPr>
            <p:cNvPr id="3148" name="Google Shape;3148;p5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53"/>
          <p:cNvGrpSpPr/>
          <p:nvPr/>
        </p:nvGrpSpPr>
        <p:grpSpPr>
          <a:xfrm>
            <a:off x="8140446" y="1996813"/>
            <a:ext cx="292983" cy="279387"/>
            <a:chOff x="6659725" y="3808035"/>
            <a:chExt cx="367608" cy="350548"/>
          </a:xfrm>
        </p:grpSpPr>
        <p:sp>
          <p:nvSpPr>
            <p:cNvPr id="3167" name="Google Shape;3167;p5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53"/>
          <p:cNvGrpSpPr/>
          <p:nvPr/>
        </p:nvGrpSpPr>
        <p:grpSpPr>
          <a:xfrm>
            <a:off x="5515583" y="2878424"/>
            <a:ext cx="284232" cy="266399"/>
            <a:chOff x="6219391" y="3816756"/>
            <a:chExt cx="356627" cy="334252"/>
          </a:xfrm>
        </p:grpSpPr>
        <p:sp>
          <p:nvSpPr>
            <p:cNvPr id="3170" name="Google Shape;3170;p5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3"/>
          <p:cNvGrpSpPr/>
          <p:nvPr/>
        </p:nvGrpSpPr>
        <p:grpSpPr>
          <a:xfrm>
            <a:off x="7274200" y="2011754"/>
            <a:ext cx="278195" cy="249505"/>
            <a:chOff x="5778676" y="3826972"/>
            <a:chExt cx="349052" cy="313055"/>
          </a:xfrm>
        </p:grpSpPr>
        <p:sp>
          <p:nvSpPr>
            <p:cNvPr id="3175" name="Google Shape;3175;p5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3"/>
          <p:cNvGrpSpPr/>
          <p:nvPr/>
        </p:nvGrpSpPr>
        <p:grpSpPr>
          <a:xfrm>
            <a:off x="6854077" y="2017791"/>
            <a:ext cx="238318" cy="237431"/>
            <a:chOff x="5355784" y="3834547"/>
            <a:chExt cx="299019" cy="297905"/>
          </a:xfrm>
        </p:grpSpPr>
        <p:sp>
          <p:nvSpPr>
            <p:cNvPr id="3181" name="Google Shape;3181;p5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53"/>
          <p:cNvGrpSpPr/>
          <p:nvPr/>
        </p:nvGrpSpPr>
        <p:grpSpPr>
          <a:xfrm>
            <a:off x="6856803" y="3738669"/>
            <a:ext cx="232865" cy="282126"/>
            <a:chOff x="8036455" y="3807271"/>
            <a:chExt cx="292176" cy="353985"/>
          </a:xfrm>
        </p:grpSpPr>
        <p:sp>
          <p:nvSpPr>
            <p:cNvPr id="3186" name="Google Shape;3186;p5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8" name="Google Shape;3188;p53"/>
          <p:cNvGrpSpPr/>
          <p:nvPr/>
        </p:nvGrpSpPr>
        <p:grpSpPr>
          <a:xfrm>
            <a:off x="6400790" y="1996698"/>
            <a:ext cx="275455" cy="279615"/>
            <a:chOff x="4874902" y="3808799"/>
            <a:chExt cx="345615" cy="350835"/>
          </a:xfrm>
        </p:grpSpPr>
        <p:sp>
          <p:nvSpPr>
            <p:cNvPr id="3189" name="Google Shape;3189;p5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53"/>
          <p:cNvGrpSpPr/>
          <p:nvPr/>
        </p:nvGrpSpPr>
        <p:grpSpPr>
          <a:xfrm>
            <a:off x="2902536" y="1563582"/>
            <a:ext cx="281213" cy="282710"/>
            <a:chOff x="3095745" y="3805393"/>
            <a:chExt cx="352840" cy="354717"/>
          </a:xfrm>
        </p:grpSpPr>
        <p:sp>
          <p:nvSpPr>
            <p:cNvPr id="3207" name="Google Shape;3207;p5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3" name="Google Shape;3213;p53"/>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14" name="Google Shape;3214;p53"/>
          <p:cNvGrpSpPr/>
          <p:nvPr/>
        </p:nvGrpSpPr>
        <p:grpSpPr>
          <a:xfrm>
            <a:off x="2461670" y="1559813"/>
            <a:ext cx="290241" cy="290250"/>
            <a:chOff x="2816725" y="69312"/>
            <a:chExt cx="1249423" cy="1249460"/>
          </a:xfrm>
        </p:grpSpPr>
        <p:sp>
          <p:nvSpPr>
            <p:cNvPr id="3215" name="Google Shape;3215;p53"/>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6" name="Google Shape;3216;p53"/>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7" name="Google Shape;3217;p53"/>
          <p:cNvGrpSpPr/>
          <p:nvPr/>
        </p:nvGrpSpPr>
        <p:grpSpPr>
          <a:xfrm>
            <a:off x="720040" y="1998282"/>
            <a:ext cx="276701" cy="276718"/>
            <a:chOff x="6154981" y="99204"/>
            <a:chExt cx="1189600" cy="1189674"/>
          </a:xfrm>
        </p:grpSpPr>
        <p:sp>
          <p:nvSpPr>
            <p:cNvPr id="3218" name="Google Shape;3218;p53"/>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9" name="Google Shape;3219;p53"/>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20" name="Google Shape;3220;p53"/>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1" name="Google Shape;3221;p53"/>
          <p:cNvGrpSpPr/>
          <p:nvPr/>
        </p:nvGrpSpPr>
        <p:grpSpPr>
          <a:xfrm>
            <a:off x="2468322" y="1991993"/>
            <a:ext cx="276937" cy="289298"/>
            <a:chOff x="4022261" y="1670758"/>
            <a:chExt cx="1109524" cy="1159045"/>
          </a:xfrm>
        </p:grpSpPr>
        <p:sp>
          <p:nvSpPr>
            <p:cNvPr id="3222" name="Google Shape;3222;p53"/>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3" name="Google Shape;3223;p53"/>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4" name="Google Shape;3224;p53"/>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53"/>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6" name="Google Shape;3226;p53"/>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7" name="Google Shape;3227;p53"/>
          <p:cNvGrpSpPr/>
          <p:nvPr/>
        </p:nvGrpSpPr>
        <p:grpSpPr>
          <a:xfrm>
            <a:off x="2461677" y="2426638"/>
            <a:ext cx="290226" cy="290228"/>
            <a:chOff x="5660573" y="1347494"/>
            <a:chExt cx="1529116" cy="1529128"/>
          </a:xfrm>
        </p:grpSpPr>
        <p:sp>
          <p:nvSpPr>
            <p:cNvPr id="3228" name="Google Shape;3228;p53"/>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53"/>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0" name="Google Shape;3230;p53"/>
          <p:cNvGrpSpPr/>
          <p:nvPr/>
        </p:nvGrpSpPr>
        <p:grpSpPr>
          <a:xfrm>
            <a:off x="3340582" y="2446992"/>
            <a:ext cx="281274" cy="249520"/>
            <a:chOff x="1016171" y="3396908"/>
            <a:chExt cx="1068265" cy="947664"/>
          </a:xfrm>
        </p:grpSpPr>
        <p:sp>
          <p:nvSpPr>
            <p:cNvPr id="3231" name="Google Shape;3231;p53"/>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53"/>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53"/>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4" name="Google Shape;3234;p53"/>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53"/>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6" name="Google Shape;3236;p53"/>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7" name="Google Shape;3237;p53"/>
          <p:cNvGrpSpPr/>
          <p:nvPr/>
        </p:nvGrpSpPr>
        <p:grpSpPr>
          <a:xfrm>
            <a:off x="3347860" y="2874575"/>
            <a:ext cx="266717" cy="266813"/>
            <a:chOff x="3284165" y="2788585"/>
            <a:chExt cx="396370" cy="396513"/>
          </a:xfrm>
        </p:grpSpPr>
        <p:sp>
          <p:nvSpPr>
            <p:cNvPr id="3238" name="Google Shape;3238;p53"/>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53"/>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0" name="Google Shape;3240;p53"/>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1" name="Google Shape;3241;p53"/>
          <p:cNvGrpSpPr/>
          <p:nvPr/>
        </p:nvGrpSpPr>
        <p:grpSpPr>
          <a:xfrm>
            <a:off x="1594386" y="3318902"/>
            <a:ext cx="278791" cy="255039"/>
            <a:chOff x="4536977" y="3394050"/>
            <a:chExt cx="1426771" cy="1305217"/>
          </a:xfrm>
        </p:grpSpPr>
        <p:sp>
          <p:nvSpPr>
            <p:cNvPr id="3242" name="Google Shape;3242;p53"/>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53"/>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4" name="Google Shape;3244;p53"/>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5" name="Google Shape;3245;p53"/>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6" name="Google Shape;3246;p53"/>
          <p:cNvGrpSpPr/>
          <p:nvPr/>
        </p:nvGrpSpPr>
        <p:grpSpPr>
          <a:xfrm>
            <a:off x="2030767" y="3307546"/>
            <a:ext cx="279423" cy="277752"/>
            <a:chOff x="6320057" y="3387896"/>
            <a:chExt cx="1421276" cy="1412777"/>
          </a:xfrm>
        </p:grpSpPr>
        <p:sp>
          <p:nvSpPr>
            <p:cNvPr id="3247" name="Google Shape;3247;p53"/>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8" name="Google Shape;3248;p53"/>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53"/>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53"/>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53"/>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2" name="Google Shape;3252;p53"/>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3" name="Google Shape;3253;p53"/>
          <p:cNvGrpSpPr/>
          <p:nvPr/>
        </p:nvGrpSpPr>
        <p:grpSpPr>
          <a:xfrm>
            <a:off x="2464381" y="3364145"/>
            <a:ext cx="284819" cy="164552"/>
            <a:chOff x="2379529" y="3339364"/>
            <a:chExt cx="432067" cy="249624"/>
          </a:xfrm>
        </p:grpSpPr>
        <p:sp>
          <p:nvSpPr>
            <p:cNvPr id="3254" name="Google Shape;3254;p53"/>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53"/>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3"/>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53"/>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53"/>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9" name="Google Shape;3259;p53"/>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0" name="Google Shape;3260;p53"/>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1" name="Google Shape;3261;p53"/>
          <p:cNvGrpSpPr/>
          <p:nvPr/>
        </p:nvGrpSpPr>
        <p:grpSpPr>
          <a:xfrm>
            <a:off x="2944212" y="3298194"/>
            <a:ext cx="197860" cy="296456"/>
            <a:chOff x="8112509" y="3255456"/>
            <a:chExt cx="935507" cy="1401682"/>
          </a:xfrm>
        </p:grpSpPr>
        <p:sp>
          <p:nvSpPr>
            <p:cNvPr id="3262" name="Google Shape;3262;p53"/>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3"/>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53"/>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53"/>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3"/>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53"/>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8" name="Google Shape;3268;p53"/>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69" name="Google Shape;3269;p53"/>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70" name="Google Shape;3270;p53"/>
          <p:cNvGrpSpPr/>
          <p:nvPr/>
        </p:nvGrpSpPr>
        <p:grpSpPr>
          <a:xfrm>
            <a:off x="1605716" y="3743931"/>
            <a:ext cx="256132" cy="273838"/>
            <a:chOff x="1539473" y="3700802"/>
            <a:chExt cx="343755" cy="367518"/>
          </a:xfrm>
        </p:grpSpPr>
        <p:sp>
          <p:nvSpPr>
            <p:cNvPr id="3271" name="Google Shape;3271;p53"/>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3"/>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3"/>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4" name="Google Shape;3274;p53"/>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5" name="Google Shape;3275;p53"/>
          <p:cNvGrpSpPr/>
          <p:nvPr/>
        </p:nvGrpSpPr>
        <p:grpSpPr>
          <a:xfrm>
            <a:off x="2461177" y="3785390"/>
            <a:ext cx="291227" cy="190920"/>
            <a:chOff x="7718473" y="1874886"/>
            <a:chExt cx="1706074" cy="1118454"/>
          </a:xfrm>
        </p:grpSpPr>
        <p:sp>
          <p:nvSpPr>
            <p:cNvPr id="3276" name="Google Shape;3276;p53"/>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53"/>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53"/>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53"/>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3"/>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53"/>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53"/>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53"/>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53"/>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5" name="Google Shape;3285;p53"/>
          <p:cNvGrpSpPr/>
          <p:nvPr/>
        </p:nvGrpSpPr>
        <p:grpSpPr>
          <a:xfrm>
            <a:off x="727723" y="4179693"/>
            <a:ext cx="261336" cy="281295"/>
            <a:chOff x="736356" y="4623361"/>
            <a:chExt cx="1297598" cy="1397390"/>
          </a:xfrm>
        </p:grpSpPr>
        <p:sp>
          <p:nvSpPr>
            <p:cNvPr id="3286" name="Google Shape;3286;p53"/>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3"/>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3"/>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3"/>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3"/>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53"/>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53"/>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3"/>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3"/>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3"/>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53"/>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3"/>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53"/>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3"/>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3"/>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3"/>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3"/>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3"/>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3"/>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3"/>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6" name="Google Shape;3306;p53"/>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7" name="Google Shape;3307;p53"/>
          <p:cNvGrpSpPr/>
          <p:nvPr/>
        </p:nvGrpSpPr>
        <p:grpSpPr>
          <a:xfrm>
            <a:off x="3343375" y="3743174"/>
            <a:ext cx="275689" cy="275353"/>
            <a:chOff x="2487490" y="5007025"/>
            <a:chExt cx="1286461" cy="1284895"/>
          </a:xfrm>
        </p:grpSpPr>
        <p:sp>
          <p:nvSpPr>
            <p:cNvPr id="3308" name="Google Shape;3308;p53"/>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3"/>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3"/>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3"/>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2" name="Google Shape;3312;p53"/>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3" name="Google Shape;3313;p53"/>
          <p:cNvGrpSpPr/>
          <p:nvPr/>
        </p:nvGrpSpPr>
        <p:grpSpPr>
          <a:xfrm>
            <a:off x="1156066" y="4182940"/>
            <a:ext cx="274800" cy="274800"/>
            <a:chOff x="4351020" y="4981355"/>
            <a:chExt cx="1875765" cy="1875765"/>
          </a:xfrm>
        </p:grpSpPr>
        <p:sp>
          <p:nvSpPr>
            <p:cNvPr id="3314" name="Google Shape;3314;p53"/>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3"/>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3"/>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3"/>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3"/>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9" name="Google Shape;3319;p53"/>
          <p:cNvGrpSpPr/>
          <p:nvPr/>
        </p:nvGrpSpPr>
        <p:grpSpPr>
          <a:xfrm>
            <a:off x="3775207" y="2438968"/>
            <a:ext cx="287731" cy="265567"/>
            <a:chOff x="3657600" y="1176337"/>
            <a:chExt cx="4876799" cy="4501133"/>
          </a:xfrm>
        </p:grpSpPr>
        <p:sp>
          <p:nvSpPr>
            <p:cNvPr id="3320" name="Google Shape;3320;p53"/>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3"/>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53"/>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53"/>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4" name="Google Shape;3324;p53"/>
          <p:cNvGrpSpPr/>
          <p:nvPr/>
        </p:nvGrpSpPr>
        <p:grpSpPr>
          <a:xfrm>
            <a:off x="2905732" y="3743336"/>
            <a:ext cx="274821" cy="275029"/>
            <a:chOff x="10026527" y="4488766"/>
            <a:chExt cx="1432853" cy="1434684"/>
          </a:xfrm>
        </p:grpSpPr>
        <p:sp>
          <p:nvSpPr>
            <p:cNvPr id="3325" name="Google Shape;3325;p53"/>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6" name="Google Shape;3326;p53"/>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27" name="Google Shape;3327;p53"/>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28" name="Google Shape;3328;p53"/>
          <p:cNvGrpSpPr/>
          <p:nvPr/>
        </p:nvGrpSpPr>
        <p:grpSpPr>
          <a:xfrm>
            <a:off x="5096326" y="1568318"/>
            <a:ext cx="268191" cy="268139"/>
            <a:chOff x="2687993" y="2748610"/>
            <a:chExt cx="541034" cy="540929"/>
          </a:xfrm>
        </p:grpSpPr>
        <p:sp>
          <p:nvSpPr>
            <p:cNvPr id="3329" name="Google Shape;3329;p53"/>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0" name="Google Shape;3330;p53"/>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53"/>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3"/>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3" name="Google Shape;3333;p53"/>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4" name="Google Shape;3334;p53"/>
          <p:cNvGrpSpPr/>
          <p:nvPr/>
        </p:nvGrpSpPr>
        <p:grpSpPr>
          <a:xfrm>
            <a:off x="7705120" y="1558265"/>
            <a:ext cx="288185" cy="288243"/>
            <a:chOff x="3403510" y="2794487"/>
            <a:chExt cx="513424" cy="513528"/>
          </a:xfrm>
        </p:grpSpPr>
        <p:sp>
          <p:nvSpPr>
            <p:cNvPr id="3335" name="Google Shape;3335;p53"/>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3"/>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7" name="Google Shape;3337;p53"/>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38" name="Google Shape;3338;p53"/>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39" name="Google Shape;3339;p53"/>
          <p:cNvGrpSpPr/>
          <p:nvPr/>
        </p:nvGrpSpPr>
        <p:grpSpPr>
          <a:xfrm>
            <a:off x="7294131" y="2432215"/>
            <a:ext cx="238333" cy="284061"/>
            <a:chOff x="4857038" y="2742938"/>
            <a:chExt cx="521630" cy="621713"/>
          </a:xfrm>
        </p:grpSpPr>
        <p:sp>
          <p:nvSpPr>
            <p:cNvPr id="3340" name="Google Shape;3340;p53"/>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1" name="Google Shape;3341;p53"/>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2" name="Google Shape;3342;p53"/>
          <p:cNvGrpSpPr/>
          <p:nvPr/>
        </p:nvGrpSpPr>
        <p:grpSpPr>
          <a:xfrm>
            <a:off x="5964331" y="2873105"/>
            <a:ext cx="276909" cy="277036"/>
            <a:chOff x="5526728" y="2799133"/>
            <a:chExt cx="568018" cy="568278"/>
          </a:xfrm>
        </p:grpSpPr>
        <p:sp>
          <p:nvSpPr>
            <p:cNvPr id="3343" name="Google Shape;3343;p53"/>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53"/>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53"/>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53"/>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3"/>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53"/>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9" name="Google Shape;3349;p53"/>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0" name="Google Shape;3350;p53"/>
          <p:cNvGrpSpPr/>
          <p:nvPr/>
        </p:nvGrpSpPr>
        <p:grpSpPr>
          <a:xfrm>
            <a:off x="6855872" y="2863593"/>
            <a:ext cx="234728" cy="296061"/>
            <a:chOff x="6850872" y="2849995"/>
            <a:chExt cx="252694" cy="318722"/>
          </a:xfrm>
        </p:grpSpPr>
        <p:sp>
          <p:nvSpPr>
            <p:cNvPr id="3351" name="Google Shape;3351;p53"/>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3"/>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53"/>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4" name="Google Shape;3354;p53"/>
          <p:cNvGrpSpPr/>
          <p:nvPr/>
        </p:nvGrpSpPr>
        <p:grpSpPr>
          <a:xfrm>
            <a:off x="8199781" y="2875182"/>
            <a:ext cx="174314" cy="272883"/>
            <a:chOff x="6912301" y="2781961"/>
            <a:chExt cx="331269" cy="518591"/>
          </a:xfrm>
        </p:grpSpPr>
        <p:sp>
          <p:nvSpPr>
            <p:cNvPr id="3355" name="Google Shape;3355;p53"/>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53"/>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53"/>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53"/>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9" name="Google Shape;3359;p53"/>
          <p:cNvGrpSpPr/>
          <p:nvPr/>
        </p:nvGrpSpPr>
        <p:grpSpPr>
          <a:xfrm>
            <a:off x="5098074" y="3315240"/>
            <a:ext cx="264694" cy="264765"/>
            <a:chOff x="5098074" y="3315240"/>
            <a:chExt cx="264694" cy="264765"/>
          </a:xfrm>
        </p:grpSpPr>
        <p:sp>
          <p:nvSpPr>
            <p:cNvPr id="3360" name="Google Shape;3360;p53"/>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1" name="Google Shape;3361;p53"/>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2" name="Google Shape;3362;p53"/>
          <p:cNvGrpSpPr/>
          <p:nvPr/>
        </p:nvGrpSpPr>
        <p:grpSpPr>
          <a:xfrm>
            <a:off x="7711857" y="3308935"/>
            <a:ext cx="274711" cy="277374"/>
            <a:chOff x="8304711" y="2747775"/>
            <a:chExt cx="569114" cy="574750"/>
          </a:xfrm>
        </p:grpSpPr>
        <p:sp>
          <p:nvSpPr>
            <p:cNvPr id="3363" name="Google Shape;3363;p53"/>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3"/>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5" name="Google Shape;3365;p53"/>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53"/>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3"/>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8" name="Google Shape;3368;p53"/>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9" name="Google Shape;3369;p53"/>
          <p:cNvGrpSpPr/>
          <p:nvPr/>
        </p:nvGrpSpPr>
        <p:grpSpPr>
          <a:xfrm>
            <a:off x="8143600" y="3308980"/>
            <a:ext cx="286675" cy="277286"/>
            <a:chOff x="9009632" y="2690492"/>
            <a:chExt cx="655108" cy="633651"/>
          </a:xfrm>
        </p:grpSpPr>
        <p:sp>
          <p:nvSpPr>
            <p:cNvPr id="3370" name="Google Shape;3370;p53"/>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3"/>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3"/>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3"/>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4" name="Google Shape;3374;p53"/>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75" name="Google Shape;3375;p53"/>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6" name="Google Shape;3376;p53"/>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77" name="Google Shape;3377;p53"/>
          <p:cNvGrpSpPr/>
          <p:nvPr/>
        </p:nvGrpSpPr>
        <p:grpSpPr>
          <a:xfrm>
            <a:off x="5517646" y="3739505"/>
            <a:ext cx="280106" cy="280455"/>
            <a:chOff x="7073928" y="2905757"/>
            <a:chExt cx="371395" cy="371809"/>
          </a:xfrm>
        </p:grpSpPr>
        <p:sp>
          <p:nvSpPr>
            <p:cNvPr id="3378" name="Google Shape;3378;p5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53"/>
          <p:cNvGrpSpPr/>
          <p:nvPr/>
        </p:nvGrpSpPr>
        <p:grpSpPr>
          <a:xfrm>
            <a:off x="5529650" y="1568459"/>
            <a:ext cx="265591" cy="268224"/>
            <a:chOff x="5529650" y="1568459"/>
            <a:chExt cx="265591" cy="268224"/>
          </a:xfrm>
        </p:grpSpPr>
        <p:sp>
          <p:nvSpPr>
            <p:cNvPr id="3382" name="Google Shape;3382;p53"/>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53"/>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53"/>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53"/>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53"/>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7" name="Google Shape;3387;p53"/>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8" name="Google Shape;3388;p53"/>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9" name="Google Shape;3389;p53"/>
          <p:cNvGrpSpPr/>
          <p:nvPr/>
        </p:nvGrpSpPr>
        <p:grpSpPr>
          <a:xfrm>
            <a:off x="5956215" y="2427247"/>
            <a:ext cx="290222" cy="290195"/>
            <a:chOff x="7976174" y="2925108"/>
            <a:chExt cx="334666" cy="334634"/>
          </a:xfrm>
        </p:grpSpPr>
        <p:sp>
          <p:nvSpPr>
            <p:cNvPr id="3390" name="Google Shape;3390;p5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02" name="Shape 3402"/>
        <p:cNvGrpSpPr/>
        <p:nvPr/>
      </p:nvGrpSpPr>
      <p:grpSpPr>
        <a:xfrm>
          <a:off x="0" y="0"/>
          <a:ext cx="0" cy="0"/>
          <a:chOff x="0" y="0"/>
          <a:chExt cx="0" cy="0"/>
        </a:xfrm>
      </p:grpSpPr>
      <p:sp>
        <p:nvSpPr>
          <p:cNvPr id="3403" name="Google Shape;3403;p54"/>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04" name="Google Shape;3404;p54"/>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05" name="Google Shape;3405;p54"/>
          <p:cNvGrpSpPr/>
          <p:nvPr/>
        </p:nvGrpSpPr>
        <p:grpSpPr>
          <a:xfrm>
            <a:off x="2032994" y="3736106"/>
            <a:ext cx="276008" cy="292594"/>
            <a:chOff x="2704005" y="4258781"/>
            <a:chExt cx="342144" cy="362704"/>
          </a:xfrm>
        </p:grpSpPr>
        <p:sp>
          <p:nvSpPr>
            <p:cNvPr id="3406" name="Google Shape;3406;p5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7" name="Google Shape;3407;p5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8" name="Google Shape;3408;p5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9" name="Google Shape;3409;p5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0" name="Google Shape;3410;p5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1" name="Google Shape;3411;p5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2" name="Google Shape;3412;p5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3" name="Google Shape;3413;p54"/>
          <p:cNvGrpSpPr/>
          <p:nvPr/>
        </p:nvGrpSpPr>
        <p:grpSpPr>
          <a:xfrm>
            <a:off x="2908816" y="3740961"/>
            <a:ext cx="270478" cy="282883"/>
            <a:chOff x="2157462" y="4258496"/>
            <a:chExt cx="347435" cy="363370"/>
          </a:xfrm>
        </p:grpSpPr>
        <p:sp>
          <p:nvSpPr>
            <p:cNvPr id="3414" name="Google Shape;3414;p5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5" name="Google Shape;3415;p5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6" name="Google Shape;3416;p5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7" name="Google Shape;3417;p54"/>
          <p:cNvGrpSpPr/>
          <p:nvPr/>
        </p:nvGrpSpPr>
        <p:grpSpPr>
          <a:xfrm>
            <a:off x="727111" y="3737300"/>
            <a:ext cx="274588" cy="290206"/>
            <a:chOff x="4010963" y="3763781"/>
            <a:chExt cx="343665" cy="363211"/>
          </a:xfrm>
        </p:grpSpPr>
        <p:sp>
          <p:nvSpPr>
            <p:cNvPr id="3418" name="Google Shape;3418;p5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9" name="Google Shape;3419;p5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0" name="Google Shape;3420;p5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1" name="Google Shape;3421;p5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2" name="Google Shape;3422;p5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3" name="Google Shape;3423;p54"/>
          <p:cNvGrpSpPr/>
          <p:nvPr/>
        </p:nvGrpSpPr>
        <p:grpSpPr>
          <a:xfrm>
            <a:off x="6427185" y="2429261"/>
            <a:ext cx="225036" cy="286647"/>
            <a:chOff x="5790556" y="4261252"/>
            <a:chExt cx="279513" cy="356083"/>
          </a:xfrm>
        </p:grpSpPr>
        <p:sp>
          <p:nvSpPr>
            <p:cNvPr id="3424" name="Google Shape;3424;p5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1" name="Google Shape;3431;p54"/>
          <p:cNvGrpSpPr/>
          <p:nvPr/>
        </p:nvGrpSpPr>
        <p:grpSpPr>
          <a:xfrm>
            <a:off x="5117488" y="4172761"/>
            <a:ext cx="225037" cy="287737"/>
            <a:chOff x="5341333" y="4261252"/>
            <a:chExt cx="278752" cy="356463"/>
          </a:xfrm>
        </p:grpSpPr>
        <p:sp>
          <p:nvSpPr>
            <p:cNvPr id="3432" name="Google Shape;3432;p5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9" name="Google Shape;3439;p54"/>
          <p:cNvGrpSpPr/>
          <p:nvPr/>
        </p:nvGrpSpPr>
        <p:grpSpPr>
          <a:xfrm>
            <a:off x="6433937" y="2870149"/>
            <a:ext cx="211532" cy="281090"/>
            <a:chOff x="7149944" y="4266131"/>
            <a:chExt cx="260283" cy="345914"/>
          </a:xfrm>
        </p:grpSpPr>
        <p:sp>
          <p:nvSpPr>
            <p:cNvPr id="3440" name="Google Shape;3440;p5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6" name="Google Shape;3446;p54"/>
          <p:cNvGrpSpPr/>
          <p:nvPr/>
        </p:nvGrpSpPr>
        <p:grpSpPr>
          <a:xfrm>
            <a:off x="8177801" y="2869663"/>
            <a:ext cx="211491" cy="282063"/>
            <a:chOff x="6695051" y="4259351"/>
            <a:chExt cx="270104" cy="360233"/>
          </a:xfrm>
        </p:grpSpPr>
        <p:sp>
          <p:nvSpPr>
            <p:cNvPr id="3447" name="Google Shape;3447;p5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54"/>
          <p:cNvGrpSpPr/>
          <p:nvPr/>
        </p:nvGrpSpPr>
        <p:grpSpPr>
          <a:xfrm>
            <a:off x="5115891" y="3734774"/>
            <a:ext cx="228231" cy="291398"/>
            <a:chOff x="5353403" y="3785609"/>
            <a:chExt cx="277992" cy="354974"/>
          </a:xfrm>
        </p:grpSpPr>
        <p:sp>
          <p:nvSpPr>
            <p:cNvPr id="3452" name="Google Shape;3452;p5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54"/>
          <p:cNvGrpSpPr/>
          <p:nvPr/>
        </p:nvGrpSpPr>
        <p:grpSpPr>
          <a:xfrm>
            <a:off x="6419784" y="3297715"/>
            <a:ext cx="239838" cy="305022"/>
            <a:chOff x="4896229" y="3785989"/>
            <a:chExt cx="278784" cy="354594"/>
          </a:xfrm>
        </p:grpSpPr>
        <p:sp>
          <p:nvSpPr>
            <p:cNvPr id="3459" name="Google Shape;3459;p5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54"/>
          <p:cNvGrpSpPr/>
          <p:nvPr/>
        </p:nvGrpSpPr>
        <p:grpSpPr>
          <a:xfrm>
            <a:off x="5985226" y="3303879"/>
            <a:ext cx="228246" cy="292694"/>
            <a:chOff x="7592387" y="3787858"/>
            <a:chExt cx="273874" cy="351204"/>
          </a:xfrm>
        </p:grpSpPr>
        <p:sp>
          <p:nvSpPr>
            <p:cNvPr id="3466" name="Google Shape;3466;p5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54"/>
          <p:cNvGrpSpPr/>
          <p:nvPr/>
        </p:nvGrpSpPr>
        <p:grpSpPr>
          <a:xfrm>
            <a:off x="7744621" y="3740002"/>
            <a:ext cx="211496" cy="280944"/>
            <a:chOff x="8054060" y="3787098"/>
            <a:chExt cx="266334" cy="353834"/>
          </a:xfrm>
        </p:grpSpPr>
        <p:sp>
          <p:nvSpPr>
            <p:cNvPr id="3471" name="Google Shape;3471;p5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5" name="Google Shape;3475;p54"/>
          <p:cNvGrpSpPr/>
          <p:nvPr/>
        </p:nvGrpSpPr>
        <p:grpSpPr>
          <a:xfrm>
            <a:off x="7300901" y="1554054"/>
            <a:ext cx="219162" cy="293563"/>
            <a:chOff x="6702211" y="3782599"/>
            <a:chExt cx="270104" cy="361754"/>
          </a:xfrm>
        </p:grpSpPr>
        <p:sp>
          <p:nvSpPr>
            <p:cNvPr id="3476" name="Google Shape;3476;p5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54"/>
          <p:cNvGrpSpPr/>
          <p:nvPr/>
        </p:nvGrpSpPr>
        <p:grpSpPr>
          <a:xfrm>
            <a:off x="3775103" y="3349135"/>
            <a:ext cx="281618" cy="193988"/>
            <a:chOff x="3516850" y="3406526"/>
            <a:chExt cx="369674" cy="254644"/>
          </a:xfrm>
        </p:grpSpPr>
        <p:sp>
          <p:nvSpPr>
            <p:cNvPr id="3482" name="Google Shape;3482;p54"/>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3" name="Google Shape;3483;p5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4" name="Google Shape;3484;p5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5" name="Google Shape;3485;p5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86" name="Google Shape;3486;p54"/>
          <p:cNvGrpSpPr/>
          <p:nvPr/>
        </p:nvGrpSpPr>
        <p:grpSpPr>
          <a:xfrm>
            <a:off x="1603227" y="3301314"/>
            <a:ext cx="255374" cy="289630"/>
            <a:chOff x="1310655" y="3360527"/>
            <a:chExt cx="306314" cy="347403"/>
          </a:xfrm>
        </p:grpSpPr>
        <p:sp>
          <p:nvSpPr>
            <p:cNvPr id="3487" name="Google Shape;3487;p5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8" name="Google Shape;3488;p5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9" name="Google Shape;3489;p5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0" name="Google Shape;3490;p5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1" name="Google Shape;3491;p5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2" name="Google Shape;3492;p54"/>
          <p:cNvGrpSpPr/>
          <p:nvPr/>
        </p:nvGrpSpPr>
        <p:grpSpPr>
          <a:xfrm>
            <a:off x="1584818" y="1558884"/>
            <a:ext cx="292192" cy="281496"/>
            <a:chOff x="3967213" y="3356947"/>
            <a:chExt cx="368185" cy="354753"/>
          </a:xfrm>
        </p:grpSpPr>
        <p:sp>
          <p:nvSpPr>
            <p:cNvPr id="3493" name="Google Shape;3493;p5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4" name="Google Shape;3494;p5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5" name="Google Shape;3495;p5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6" name="Google Shape;3496;p5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7" name="Google Shape;3497;p5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8" name="Google Shape;3498;p54"/>
          <p:cNvGrpSpPr/>
          <p:nvPr/>
        </p:nvGrpSpPr>
        <p:grpSpPr>
          <a:xfrm>
            <a:off x="7304738" y="2870446"/>
            <a:ext cx="211488" cy="280497"/>
            <a:chOff x="5349253" y="3346936"/>
            <a:chExt cx="265922" cy="352693"/>
          </a:xfrm>
        </p:grpSpPr>
        <p:sp>
          <p:nvSpPr>
            <p:cNvPr id="3499" name="Google Shape;3499;p5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5" name="Google Shape;3505;p54"/>
          <p:cNvGrpSpPr/>
          <p:nvPr/>
        </p:nvGrpSpPr>
        <p:grpSpPr>
          <a:xfrm>
            <a:off x="3808192" y="3737112"/>
            <a:ext cx="215440" cy="290581"/>
            <a:chOff x="3121167" y="2884883"/>
            <a:chExt cx="258414" cy="348543"/>
          </a:xfrm>
        </p:grpSpPr>
        <p:sp>
          <p:nvSpPr>
            <p:cNvPr id="3506" name="Google Shape;3506;p5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7" name="Google Shape;3507;p5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8" name="Google Shape;3508;p5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9" name="Google Shape;3509;p5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0" name="Google Shape;3510;p5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1" name="Google Shape;3511;p5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2" name="Google Shape;3512;p5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3" name="Google Shape;3513;p5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14" name="Google Shape;3514;p54"/>
          <p:cNvGrpSpPr/>
          <p:nvPr/>
        </p:nvGrpSpPr>
        <p:grpSpPr>
          <a:xfrm>
            <a:off x="5555625" y="1997938"/>
            <a:ext cx="211511" cy="282230"/>
            <a:chOff x="7162775" y="2881113"/>
            <a:chExt cx="259523" cy="346294"/>
          </a:xfrm>
        </p:grpSpPr>
        <p:sp>
          <p:nvSpPr>
            <p:cNvPr id="3515" name="Google Shape;3515;p5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1" name="Google Shape;3521;p54"/>
          <p:cNvGrpSpPr/>
          <p:nvPr/>
        </p:nvGrpSpPr>
        <p:grpSpPr>
          <a:xfrm>
            <a:off x="7742650" y="2429446"/>
            <a:ext cx="215436" cy="286278"/>
            <a:chOff x="8055961" y="2881842"/>
            <a:chExt cx="260283" cy="345914"/>
          </a:xfrm>
        </p:grpSpPr>
        <p:sp>
          <p:nvSpPr>
            <p:cNvPr id="3522" name="Google Shape;3522;p5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6" name="Google Shape;3526;p54"/>
          <p:cNvGrpSpPr/>
          <p:nvPr/>
        </p:nvGrpSpPr>
        <p:grpSpPr>
          <a:xfrm>
            <a:off x="5551788" y="2864579"/>
            <a:ext cx="219186" cy="292230"/>
            <a:chOff x="7609368" y="2893912"/>
            <a:chExt cx="264813" cy="353105"/>
          </a:xfrm>
        </p:grpSpPr>
        <p:sp>
          <p:nvSpPr>
            <p:cNvPr id="3527" name="Google Shape;3527;p5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54"/>
          <p:cNvGrpSpPr/>
          <p:nvPr/>
        </p:nvGrpSpPr>
        <p:grpSpPr>
          <a:xfrm>
            <a:off x="3768470" y="1558557"/>
            <a:ext cx="294882" cy="282152"/>
            <a:chOff x="2189142" y="2421310"/>
            <a:chExt cx="365904" cy="350064"/>
          </a:xfrm>
        </p:grpSpPr>
        <p:sp>
          <p:nvSpPr>
            <p:cNvPr id="3534" name="Google Shape;3534;p5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5" name="Google Shape;3535;p5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6" name="Google Shape;3536;p5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7" name="Google Shape;3537;p5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8" name="Google Shape;3538;p5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9" name="Google Shape;3539;p5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0" name="Google Shape;3540;p5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1" name="Google Shape;3541;p5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2" name="Google Shape;3542;p5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3" name="Google Shape;3543;p54"/>
          <p:cNvGrpSpPr/>
          <p:nvPr/>
        </p:nvGrpSpPr>
        <p:grpSpPr>
          <a:xfrm>
            <a:off x="3335551" y="3357566"/>
            <a:ext cx="292152" cy="177125"/>
            <a:chOff x="3961923" y="2486317"/>
            <a:chExt cx="364415" cy="220936"/>
          </a:xfrm>
        </p:grpSpPr>
        <p:sp>
          <p:nvSpPr>
            <p:cNvPr id="3544" name="Google Shape;3544;p5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7" name="Google Shape;3547;p5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548" name="Google Shape;3548;p54"/>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549" name="Google Shape;3549;p54"/>
          <p:cNvGrpSpPr/>
          <p:nvPr/>
        </p:nvGrpSpPr>
        <p:grpSpPr>
          <a:xfrm>
            <a:off x="7294926" y="1991619"/>
            <a:ext cx="231112" cy="294869"/>
            <a:chOff x="7145794" y="2415639"/>
            <a:chExt cx="278784" cy="355735"/>
          </a:xfrm>
        </p:grpSpPr>
        <p:sp>
          <p:nvSpPr>
            <p:cNvPr id="3550" name="Google Shape;3550;p5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54"/>
          <p:cNvGrpSpPr/>
          <p:nvPr/>
        </p:nvGrpSpPr>
        <p:grpSpPr>
          <a:xfrm>
            <a:off x="7304729" y="2431451"/>
            <a:ext cx="211506" cy="282268"/>
            <a:chOff x="5812066" y="2416019"/>
            <a:chExt cx="264813" cy="353454"/>
          </a:xfrm>
        </p:grpSpPr>
        <p:sp>
          <p:nvSpPr>
            <p:cNvPr id="3561" name="Google Shape;3561;p5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8" name="Google Shape;3568;p54"/>
          <p:cNvGrpSpPr/>
          <p:nvPr/>
        </p:nvGrpSpPr>
        <p:grpSpPr>
          <a:xfrm>
            <a:off x="6868966" y="3733985"/>
            <a:ext cx="219188" cy="292978"/>
            <a:chOff x="8054820" y="2416399"/>
            <a:chExt cx="264433" cy="353454"/>
          </a:xfrm>
        </p:grpSpPr>
        <p:sp>
          <p:nvSpPr>
            <p:cNvPr id="3569" name="Google Shape;3569;p5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54"/>
          <p:cNvGrpSpPr/>
          <p:nvPr/>
        </p:nvGrpSpPr>
        <p:grpSpPr>
          <a:xfrm>
            <a:off x="5993604" y="2431685"/>
            <a:ext cx="211491" cy="281799"/>
            <a:chOff x="5356413" y="2413390"/>
            <a:chExt cx="271212" cy="361374"/>
          </a:xfrm>
        </p:grpSpPr>
        <p:sp>
          <p:nvSpPr>
            <p:cNvPr id="3576" name="Google Shape;3576;p5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54"/>
          <p:cNvGrpSpPr/>
          <p:nvPr/>
        </p:nvGrpSpPr>
        <p:grpSpPr>
          <a:xfrm>
            <a:off x="5114445" y="2862948"/>
            <a:ext cx="231122" cy="295493"/>
            <a:chOff x="8047661" y="1969046"/>
            <a:chExt cx="279132" cy="356875"/>
          </a:xfrm>
        </p:grpSpPr>
        <p:sp>
          <p:nvSpPr>
            <p:cNvPr id="3582" name="Google Shape;3582;p5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54"/>
          <p:cNvGrpSpPr/>
          <p:nvPr/>
        </p:nvGrpSpPr>
        <p:grpSpPr>
          <a:xfrm>
            <a:off x="6424153" y="1552797"/>
            <a:ext cx="231099" cy="296076"/>
            <a:chOff x="7596157" y="1968159"/>
            <a:chExt cx="279544" cy="358142"/>
          </a:xfrm>
        </p:grpSpPr>
        <p:sp>
          <p:nvSpPr>
            <p:cNvPr id="3587" name="Google Shape;3587;p5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54"/>
          <p:cNvGrpSpPr/>
          <p:nvPr/>
        </p:nvGrpSpPr>
        <p:grpSpPr>
          <a:xfrm>
            <a:off x="6430118" y="1998665"/>
            <a:ext cx="219170" cy="280775"/>
            <a:chOff x="6697681" y="1968317"/>
            <a:chExt cx="280305" cy="359093"/>
          </a:xfrm>
        </p:grpSpPr>
        <p:sp>
          <p:nvSpPr>
            <p:cNvPr id="3594" name="Google Shape;3594;p5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54"/>
          <p:cNvGrpSpPr/>
          <p:nvPr/>
        </p:nvGrpSpPr>
        <p:grpSpPr>
          <a:xfrm>
            <a:off x="2457821" y="2436766"/>
            <a:ext cx="292184" cy="273470"/>
            <a:chOff x="3530425" y="1508747"/>
            <a:chExt cx="368175" cy="344594"/>
          </a:xfrm>
        </p:grpSpPr>
        <p:sp>
          <p:nvSpPr>
            <p:cNvPr id="3602" name="Google Shape;3602;p5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3" name="Google Shape;3603;p5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4" name="Google Shape;3604;p5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5" name="Google Shape;3605;p5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06" name="Google Shape;3606;p54"/>
          <p:cNvGrpSpPr/>
          <p:nvPr/>
        </p:nvGrpSpPr>
        <p:grpSpPr>
          <a:xfrm>
            <a:off x="7732688" y="1552476"/>
            <a:ext cx="235361" cy="296718"/>
            <a:chOff x="7144274" y="1500214"/>
            <a:chExt cx="282174" cy="355735"/>
          </a:xfrm>
        </p:grpSpPr>
        <p:sp>
          <p:nvSpPr>
            <p:cNvPr id="3607" name="Google Shape;3607;p5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54"/>
          <p:cNvGrpSpPr/>
          <p:nvPr/>
        </p:nvGrpSpPr>
        <p:grpSpPr>
          <a:xfrm>
            <a:off x="7736248" y="1999343"/>
            <a:ext cx="228240" cy="279420"/>
            <a:chOff x="6685262" y="1500214"/>
            <a:chExt cx="289682" cy="354594"/>
          </a:xfrm>
        </p:grpSpPr>
        <p:sp>
          <p:nvSpPr>
            <p:cNvPr id="3614" name="Google Shape;3614;p5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54"/>
          <p:cNvGrpSpPr/>
          <p:nvPr/>
        </p:nvGrpSpPr>
        <p:grpSpPr>
          <a:xfrm>
            <a:off x="5551788" y="1555287"/>
            <a:ext cx="219185" cy="291098"/>
            <a:chOff x="4903389" y="1500214"/>
            <a:chExt cx="267854" cy="355735"/>
          </a:xfrm>
        </p:grpSpPr>
        <p:sp>
          <p:nvSpPr>
            <p:cNvPr id="3619" name="Google Shape;3619;p5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54"/>
          <p:cNvGrpSpPr/>
          <p:nvPr/>
        </p:nvGrpSpPr>
        <p:grpSpPr>
          <a:xfrm>
            <a:off x="8175830" y="1557028"/>
            <a:ext cx="215434" cy="287614"/>
            <a:chOff x="7613518" y="1501354"/>
            <a:chExt cx="264433" cy="353074"/>
          </a:xfrm>
        </p:grpSpPr>
        <p:sp>
          <p:nvSpPr>
            <p:cNvPr id="3625" name="Google Shape;3625;p5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54"/>
          <p:cNvGrpSpPr/>
          <p:nvPr/>
        </p:nvGrpSpPr>
        <p:grpSpPr>
          <a:xfrm>
            <a:off x="3772591" y="2868190"/>
            <a:ext cx="286642" cy="288164"/>
            <a:chOff x="7098912" y="1969392"/>
            <a:chExt cx="359651" cy="361560"/>
          </a:xfrm>
        </p:grpSpPr>
        <p:sp>
          <p:nvSpPr>
            <p:cNvPr id="3632" name="Google Shape;3632;p5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3" name="Google Shape;3633;p5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4" name="Google Shape;3634;p5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5" name="Google Shape;3635;p5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6" name="Google Shape;3636;p5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7" name="Google Shape;3637;p5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8" name="Google Shape;3638;p5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9" name="Google Shape;3639;p5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0" name="Google Shape;3640;p5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1" name="Google Shape;3641;p5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2" name="Google Shape;3642;p5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3" name="Google Shape;3643;p5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4" name="Google Shape;3644;p5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45" name="Google Shape;3645;p54"/>
          <p:cNvGrpSpPr/>
          <p:nvPr/>
        </p:nvGrpSpPr>
        <p:grpSpPr>
          <a:xfrm>
            <a:off x="3341054" y="3741986"/>
            <a:ext cx="281146" cy="280834"/>
            <a:chOff x="5823294" y="2309751"/>
            <a:chExt cx="315327" cy="314978"/>
          </a:xfrm>
        </p:grpSpPr>
        <p:sp>
          <p:nvSpPr>
            <p:cNvPr id="3646" name="Google Shape;3646;p5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7" name="Google Shape;3647;p5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8" name="Google Shape;3648;p5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9" name="Google Shape;3649;p5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0" name="Google Shape;3650;p5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1" name="Google Shape;3651;p5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2" name="Google Shape;3652;p5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3" name="Google Shape;3653;p5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4" name="Google Shape;3654;p5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5" name="Google Shape;3655;p5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6" name="Google Shape;3656;p5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7" name="Google Shape;3657;p5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8" name="Google Shape;3658;p5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9" name="Google Shape;3659;p5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0" name="Google Shape;3660;p5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1" name="Google Shape;3661;p5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2" name="Google Shape;3662;p5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63" name="Google Shape;3663;p54"/>
          <p:cNvGrpSpPr/>
          <p:nvPr/>
        </p:nvGrpSpPr>
        <p:grpSpPr>
          <a:xfrm>
            <a:off x="745252" y="1560046"/>
            <a:ext cx="238306" cy="279173"/>
            <a:chOff x="1522427" y="5398425"/>
            <a:chExt cx="238306" cy="279173"/>
          </a:xfrm>
        </p:grpSpPr>
        <p:sp>
          <p:nvSpPr>
            <p:cNvPr id="3664" name="Google Shape;3664;p54"/>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5" name="Google Shape;3665;p54"/>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66" name="Google Shape;3666;p54"/>
          <p:cNvGrpSpPr/>
          <p:nvPr/>
        </p:nvGrpSpPr>
        <p:grpSpPr>
          <a:xfrm>
            <a:off x="1188023" y="1555023"/>
            <a:ext cx="219166" cy="289218"/>
            <a:chOff x="1851309" y="5389266"/>
            <a:chExt cx="219166" cy="289218"/>
          </a:xfrm>
        </p:grpSpPr>
        <p:sp>
          <p:nvSpPr>
            <p:cNvPr id="3667" name="Google Shape;3667;p54"/>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8" name="Google Shape;3668;p54"/>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9" name="Google Shape;3669;p54"/>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0" name="Google Shape;3670;p54"/>
          <p:cNvGrpSpPr/>
          <p:nvPr/>
        </p:nvGrpSpPr>
        <p:grpSpPr>
          <a:xfrm>
            <a:off x="2071878" y="1561658"/>
            <a:ext cx="198240" cy="275949"/>
            <a:chOff x="2161014" y="5391671"/>
            <a:chExt cx="198240" cy="275949"/>
          </a:xfrm>
        </p:grpSpPr>
        <p:sp>
          <p:nvSpPr>
            <p:cNvPr id="3671" name="Google Shape;3671;p54"/>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2" name="Google Shape;3672;p54"/>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3" name="Google Shape;3673;p54"/>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4" name="Google Shape;3674;p54"/>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5" name="Google Shape;3675;p54"/>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6" name="Google Shape;3676;p54"/>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7" name="Google Shape;3677;p54"/>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8" name="Google Shape;3678;p54"/>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9" name="Google Shape;3679;p54"/>
          <p:cNvGrpSpPr/>
          <p:nvPr/>
        </p:nvGrpSpPr>
        <p:grpSpPr>
          <a:xfrm>
            <a:off x="2478421" y="1574169"/>
            <a:ext cx="250984" cy="250926"/>
            <a:chOff x="2449855" y="5408528"/>
            <a:chExt cx="250984" cy="250926"/>
          </a:xfrm>
        </p:grpSpPr>
        <p:sp>
          <p:nvSpPr>
            <p:cNvPr id="3680" name="Google Shape;3680;p54"/>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1" name="Google Shape;3681;p54"/>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2" name="Google Shape;3682;p54"/>
          <p:cNvGrpSpPr/>
          <p:nvPr/>
        </p:nvGrpSpPr>
        <p:grpSpPr>
          <a:xfrm>
            <a:off x="2924129" y="1554768"/>
            <a:ext cx="239852" cy="289730"/>
            <a:chOff x="2861565" y="5403662"/>
            <a:chExt cx="259215" cy="313086"/>
          </a:xfrm>
        </p:grpSpPr>
        <p:sp>
          <p:nvSpPr>
            <p:cNvPr id="3683" name="Google Shape;3683;p54"/>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4" name="Google Shape;3684;p54"/>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5" name="Google Shape;3685;p54"/>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6" name="Google Shape;3686;p54"/>
          <p:cNvGrpSpPr/>
          <p:nvPr/>
        </p:nvGrpSpPr>
        <p:grpSpPr>
          <a:xfrm>
            <a:off x="3338485" y="1554774"/>
            <a:ext cx="286284" cy="289717"/>
            <a:chOff x="3234378" y="5390470"/>
            <a:chExt cx="286284" cy="289717"/>
          </a:xfrm>
        </p:grpSpPr>
        <p:sp>
          <p:nvSpPr>
            <p:cNvPr id="3687" name="Google Shape;3687;p54"/>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8" name="Google Shape;3688;p54"/>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9" name="Google Shape;3689;p54"/>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0" name="Google Shape;3690;p54"/>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1" name="Google Shape;3691;p54"/>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2" name="Google Shape;3692;p54"/>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3" name="Google Shape;3693;p54"/>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4" name="Google Shape;3694;p54"/>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5" name="Google Shape;3695;p54"/>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6" name="Google Shape;3696;p54"/>
          <p:cNvGrpSpPr/>
          <p:nvPr/>
        </p:nvGrpSpPr>
        <p:grpSpPr>
          <a:xfrm>
            <a:off x="727123" y="2017469"/>
            <a:ext cx="274565" cy="241883"/>
            <a:chOff x="3651126" y="5425758"/>
            <a:chExt cx="274565" cy="241883"/>
          </a:xfrm>
        </p:grpSpPr>
        <p:sp>
          <p:nvSpPr>
            <p:cNvPr id="3697" name="Google Shape;3697;p54"/>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8" name="Google Shape;3698;p54"/>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9" name="Google Shape;3699;p54"/>
          <p:cNvGrpSpPr/>
          <p:nvPr/>
        </p:nvGrpSpPr>
        <p:grpSpPr>
          <a:xfrm>
            <a:off x="2042281" y="2009666"/>
            <a:ext cx="257433" cy="257490"/>
            <a:chOff x="5071278" y="1253207"/>
            <a:chExt cx="387059" cy="387145"/>
          </a:xfrm>
        </p:grpSpPr>
        <p:sp>
          <p:nvSpPr>
            <p:cNvPr id="3700" name="Google Shape;3700;p54"/>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1" name="Google Shape;3701;p54"/>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2" name="Google Shape;3702;p54"/>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3" name="Google Shape;3703;p54"/>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4" name="Google Shape;3704;p54"/>
          <p:cNvGrpSpPr/>
          <p:nvPr/>
        </p:nvGrpSpPr>
        <p:grpSpPr>
          <a:xfrm>
            <a:off x="2504893" y="2005907"/>
            <a:ext cx="198040" cy="265007"/>
            <a:chOff x="4707347" y="5429479"/>
            <a:chExt cx="198040" cy="265007"/>
          </a:xfrm>
        </p:grpSpPr>
        <p:sp>
          <p:nvSpPr>
            <p:cNvPr id="3705" name="Google Shape;3705;p54"/>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6" name="Google Shape;3706;p54"/>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7" name="Google Shape;3707;p54"/>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8" name="Google Shape;3708;p54"/>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9" name="Google Shape;3709;p54"/>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0" name="Google Shape;3710;p54"/>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1" name="Google Shape;3711;p54"/>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2" name="Google Shape;3712;p54"/>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3" name="Google Shape;3713;p54"/>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4" name="Google Shape;3714;p54"/>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5" name="Google Shape;3715;p54"/>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6" name="Google Shape;3716;p54"/>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7" name="Google Shape;3717;p54"/>
          <p:cNvGrpSpPr/>
          <p:nvPr/>
        </p:nvGrpSpPr>
        <p:grpSpPr>
          <a:xfrm>
            <a:off x="2910611" y="1990922"/>
            <a:ext cx="266888" cy="294979"/>
            <a:chOff x="4994277" y="5388350"/>
            <a:chExt cx="281765" cy="311455"/>
          </a:xfrm>
        </p:grpSpPr>
        <p:sp>
          <p:nvSpPr>
            <p:cNvPr id="3718" name="Google Shape;3718;p54"/>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9" name="Google Shape;3719;p54"/>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0" name="Google Shape;3720;p54"/>
          <p:cNvGrpSpPr/>
          <p:nvPr/>
        </p:nvGrpSpPr>
        <p:grpSpPr>
          <a:xfrm>
            <a:off x="3343632" y="2000395"/>
            <a:ext cx="275990" cy="276032"/>
            <a:chOff x="5336961" y="5410610"/>
            <a:chExt cx="275990" cy="276032"/>
          </a:xfrm>
        </p:grpSpPr>
        <p:sp>
          <p:nvSpPr>
            <p:cNvPr id="3721" name="Google Shape;3721;p54"/>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2" name="Google Shape;3722;p54"/>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3" name="Google Shape;3723;p54"/>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4" name="Google Shape;3724;p54"/>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5" name="Google Shape;3725;p54"/>
          <p:cNvGrpSpPr/>
          <p:nvPr/>
        </p:nvGrpSpPr>
        <p:grpSpPr>
          <a:xfrm>
            <a:off x="3782471" y="2004874"/>
            <a:ext cx="266881" cy="267073"/>
            <a:chOff x="1530727" y="5816836"/>
            <a:chExt cx="266881" cy="267073"/>
          </a:xfrm>
        </p:grpSpPr>
        <p:sp>
          <p:nvSpPr>
            <p:cNvPr id="3726" name="Google Shape;3726;p54"/>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7" name="Google Shape;3727;p54"/>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4"/>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4"/>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0" name="Google Shape;3730;p54"/>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1" name="Google Shape;3731;p54"/>
          <p:cNvGrpSpPr/>
          <p:nvPr/>
        </p:nvGrpSpPr>
        <p:grpSpPr>
          <a:xfrm>
            <a:off x="731013" y="2440115"/>
            <a:ext cx="266881" cy="266846"/>
            <a:chOff x="1929987" y="5862716"/>
            <a:chExt cx="216870" cy="216842"/>
          </a:xfrm>
        </p:grpSpPr>
        <p:sp>
          <p:nvSpPr>
            <p:cNvPr id="3732" name="Google Shape;3732;p54"/>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3" name="Google Shape;3733;p54"/>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4" name="Google Shape;3734;p54"/>
          <p:cNvGrpSpPr/>
          <p:nvPr/>
        </p:nvGrpSpPr>
        <p:grpSpPr>
          <a:xfrm>
            <a:off x="1152778" y="2449407"/>
            <a:ext cx="289658" cy="248187"/>
            <a:chOff x="2203916" y="5852813"/>
            <a:chExt cx="310725" cy="266266"/>
          </a:xfrm>
        </p:grpSpPr>
        <p:sp>
          <p:nvSpPr>
            <p:cNvPr id="3735" name="Google Shape;3735;p54"/>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4"/>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7" name="Google Shape;3737;p54"/>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8" name="Google Shape;3738;p54"/>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4"/>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0" name="Google Shape;3740;p54"/>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1" name="Google Shape;3741;p54"/>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2" name="Google Shape;3742;p54"/>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4"/>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4"/>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4"/>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6" name="Google Shape;3746;p54"/>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7" name="Google Shape;3747;p54"/>
          <p:cNvGrpSpPr/>
          <p:nvPr/>
        </p:nvGrpSpPr>
        <p:grpSpPr>
          <a:xfrm>
            <a:off x="1631791" y="2427991"/>
            <a:ext cx="198247" cy="291019"/>
            <a:chOff x="2608071" y="5829001"/>
            <a:chExt cx="219933" cy="322816"/>
          </a:xfrm>
        </p:grpSpPr>
        <p:sp>
          <p:nvSpPr>
            <p:cNvPr id="3748" name="Google Shape;3748;p54"/>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4"/>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4"/>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1" name="Google Shape;3751;p54"/>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2" name="Google Shape;3752;p54"/>
          <p:cNvGrpSpPr/>
          <p:nvPr/>
        </p:nvGrpSpPr>
        <p:grpSpPr>
          <a:xfrm>
            <a:off x="2033613" y="2436199"/>
            <a:ext cx="274592" cy="274655"/>
            <a:chOff x="2928280" y="5825680"/>
            <a:chExt cx="254135" cy="254193"/>
          </a:xfrm>
        </p:grpSpPr>
        <p:sp>
          <p:nvSpPr>
            <p:cNvPr id="3753" name="Google Shape;3753;p54"/>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4" name="Google Shape;3754;p54"/>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5" name="Google Shape;3755;p54"/>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4"/>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7" name="Google Shape;3757;p54"/>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8" name="Google Shape;3758;p54"/>
          <p:cNvGrpSpPr/>
          <p:nvPr/>
        </p:nvGrpSpPr>
        <p:grpSpPr>
          <a:xfrm>
            <a:off x="2904065" y="2433485"/>
            <a:ext cx="279979" cy="280032"/>
            <a:chOff x="3248947" y="5809338"/>
            <a:chExt cx="279979" cy="280032"/>
          </a:xfrm>
        </p:grpSpPr>
        <p:sp>
          <p:nvSpPr>
            <p:cNvPr id="3759" name="Google Shape;3759;p54"/>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4"/>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4"/>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4"/>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4"/>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4" name="Google Shape;3764;p54"/>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5" name="Google Shape;3765;p54"/>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6" name="Google Shape;3766;p54"/>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7" name="Google Shape;3767;p54"/>
          <p:cNvGrpSpPr/>
          <p:nvPr/>
        </p:nvGrpSpPr>
        <p:grpSpPr>
          <a:xfrm>
            <a:off x="3356741" y="2444893"/>
            <a:ext cx="249772" cy="257216"/>
            <a:chOff x="3609597" y="5806751"/>
            <a:chExt cx="249772" cy="257216"/>
          </a:xfrm>
        </p:grpSpPr>
        <p:sp>
          <p:nvSpPr>
            <p:cNvPr id="3768" name="Google Shape;3768;p54"/>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4"/>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4"/>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4"/>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2" name="Google Shape;3772;p54"/>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3" name="Google Shape;3773;p54"/>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4" name="Google Shape;3774;p54"/>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5" name="Google Shape;3775;p54"/>
          <p:cNvGrpSpPr/>
          <p:nvPr/>
        </p:nvGrpSpPr>
        <p:grpSpPr>
          <a:xfrm>
            <a:off x="3773289" y="2447890"/>
            <a:ext cx="285245" cy="251221"/>
            <a:chOff x="3954649" y="5831663"/>
            <a:chExt cx="300637" cy="264778"/>
          </a:xfrm>
        </p:grpSpPr>
        <p:sp>
          <p:nvSpPr>
            <p:cNvPr id="3776" name="Google Shape;3776;p54"/>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4"/>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4"/>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4"/>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4"/>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1" name="Google Shape;3781;p54"/>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2" name="Google Shape;3782;p54"/>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4"/>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4"/>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5" name="Google Shape;3785;p54"/>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6" name="Google Shape;3786;p54"/>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4"/>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4"/>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9" name="Google Shape;3789;p54"/>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0" name="Google Shape;3790;p54"/>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1" name="Google Shape;3791;p54"/>
          <p:cNvGrpSpPr/>
          <p:nvPr/>
        </p:nvGrpSpPr>
        <p:grpSpPr>
          <a:xfrm>
            <a:off x="746826" y="2884862"/>
            <a:ext cx="235158" cy="254819"/>
            <a:chOff x="4389370" y="5843741"/>
            <a:chExt cx="235158" cy="254819"/>
          </a:xfrm>
        </p:grpSpPr>
        <p:sp>
          <p:nvSpPr>
            <p:cNvPr id="3792" name="Google Shape;3792;p54"/>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3" name="Google Shape;3793;p54"/>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794" name="Google Shape;3794;p54"/>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795" name="Google Shape;3795;p54"/>
          <p:cNvGrpSpPr/>
          <p:nvPr/>
        </p:nvGrpSpPr>
        <p:grpSpPr>
          <a:xfrm>
            <a:off x="2032785" y="2864028"/>
            <a:ext cx="276426" cy="296488"/>
            <a:chOff x="5091839" y="5784638"/>
            <a:chExt cx="276426" cy="296488"/>
          </a:xfrm>
        </p:grpSpPr>
        <p:sp>
          <p:nvSpPr>
            <p:cNvPr id="3796" name="Google Shape;3796;p54"/>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7" name="Google Shape;3797;p54"/>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8" name="Google Shape;3798;p54"/>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4"/>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0" name="Google Shape;3800;p54"/>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1" name="Google Shape;3801;p54"/>
          <p:cNvGrpSpPr/>
          <p:nvPr/>
        </p:nvGrpSpPr>
        <p:grpSpPr>
          <a:xfrm>
            <a:off x="2463099" y="2877574"/>
            <a:ext cx="281626" cy="269395"/>
            <a:chOff x="5430823" y="5858108"/>
            <a:chExt cx="252716" cy="241740"/>
          </a:xfrm>
        </p:grpSpPr>
        <p:sp>
          <p:nvSpPr>
            <p:cNvPr id="3802" name="Google Shape;3802;p54"/>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3" name="Google Shape;3803;p54"/>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4"/>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4"/>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4"/>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7" name="Google Shape;3807;p54"/>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8" name="Google Shape;3808;p54"/>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4"/>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4"/>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4"/>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4"/>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3" name="Google Shape;3813;p54"/>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4"/>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4"/>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4"/>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7" name="Google Shape;3817;p54"/>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18" name="Google Shape;3818;p54"/>
          <p:cNvGrpSpPr/>
          <p:nvPr/>
        </p:nvGrpSpPr>
        <p:grpSpPr>
          <a:xfrm>
            <a:off x="3352841" y="2867219"/>
            <a:ext cx="257570" cy="290106"/>
            <a:chOff x="1861640" y="6171910"/>
            <a:chExt cx="257570" cy="290106"/>
          </a:xfrm>
        </p:grpSpPr>
        <p:sp>
          <p:nvSpPr>
            <p:cNvPr id="3819" name="Google Shape;3819;p54"/>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4"/>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1" name="Google Shape;3821;p54"/>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22" name="Google Shape;3822;p54"/>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23" name="Google Shape;3823;p54"/>
          <p:cNvGrpSpPr/>
          <p:nvPr/>
        </p:nvGrpSpPr>
        <p:grpSpPr>
          <a:xfrm>
            <a:off x="1151525" y="3320555"/>
            <a:ext cx="292164" cy="251147"/>
            <a:chOff x="2475957" y="6208716"/>
            <a:chExt cx="340636" cy="292781"/>
          </a:xfrm>
        </p:grpSpPr>
        <p:sp>
          <p:nvSpPr>
            <p:cNvPr id="3824" name="Google Shape;3824;p54"/>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5" name="Google Shape;3825;p54"/>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6" name="Google Shape;3826;p54"/>
          <p:cNvGrpSpPr/>
          <p:nvPr/>
        </p:nvGrpSpPr>
        <p:grpSpPr>
          <a:xfrm>
            <a:off x="2052093" y="3304935"/>
            <a:ext cx="237811" cy="282387"/>
            <a:chOff x="2926591" y="6168218"/>
            <a:chExt cx="257566" cy="305845"/>
          </a:xfrm>
        </p:grpSpPr>
        <p:sp>
          <p:nvSpPr>
            <p:cNvPr id="3827" name="Google Shape;3827;p54"/>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8" name="Google Shape;3828;p54"/>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9" name="Google Shape;3829;p54"/>
          <p:cNvGrpSpPr/>
          <p:nvPr/>
        </p:nvGrpSpPr>
        <p:grpSpPr>
          <a:xfrm>
            <a:off x="2482435" y="3307210"/>
            <a:ext cx="242954" cy="277837"/>
            <a:chOff x="3224448" y="6168676"/>
            <a:chExt cx="274308" cy="313692"/>
          </a:xfrm>
        </p:grpSpPr>
        <p:sp>
          <p:nvSpPr>
            <p:cNvPr id="3830" name="Google Shape;3830;p54"/>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1" name="Google Shape;3831;p54"/>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2" name="Google Shape;3832;p54"/>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3" name="Google Shape;3833;p54"/>
          <p:cNvGrpSpPr/>
          <p:nvPr/>
        </p:nvGrpSpPr>
        <p:grpSpPr>
          <a:xfrm>
            <a:off x="2903479" y="3301812"/>
            <a:ext cx="281150" cy="288633"/>
            <a:chOff x="3602929" y="6140885"/>
            <a:chExt cx="339758" cy="348802"/>
          </a:xfrm>
        </p:grpSpPr>
        <p:sp>
          <p:nvSpPr>
            <p:cNvPr id="3834" name="Google Shape;3834;p54"/>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5" name="Google Shape;3835;p54"/>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6" name="Google Shape;3836;p54"/>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4"/>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8" name="Google Shape;3838;p54"/>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39" name="Google Shape;3839;p54"/>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0" name="Google Shape;3840;p54"/>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1" name="Google Shape;3841;p54"/>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42" name="Google Shape;3842;p54"/>
          <p:cNvGrpSpPr/>
          <p:nvPr/>
        </p:nvGrpSpPr>
        <p:grpSpPr>
          <a:xfrm>
            <a:off x="723588" y="4189652"/>
            <a:ext cx="281634" cy="269729"/>
            <a:chOff x="5133424" y="6149671"/>
            <a:chExt cx="281634" cy="269729"/>
          </a:xfrm>
        </p:grpSpPr>
        <p:sp>
          <p:nvSpPr>
            <p:cNvPr id="3843" name="Google Shape;3843;p54"/>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4" name="Google Shape;3844;p54"/>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45" name="Google Shape;3845;p54"/>
          <p:cNvGrpSpPr/>
          <p:nvPr/>
        </p:nvGrpSpPr>
        <p:grpSpPr>
          <a:xfrm>
            <a:off x="1150150" y="4177074"/>
            <a:ext cx="294885" cy="294885"/>
            <a:chOff x="1440000" y="6623064"/>
            <a:chExt cx="294885" cy="294885"/>
          </a:xfrm>
        </p:grpSpPr>
        <p:sp>
          <p:nvSpPr>
            <p:cNvPr id="3846" name="Google Shape;3846;p54"/>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4"/>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8" name="Google Shape;3848;p54"/>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9" name="Google Shape;3849;p54"/>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0" name="Google Shape;3850;p54"/>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1" name="Google Shape;3851;p54"/>
          <p:cNvGrpSpPr/>
          <p:nvPr/>
        </p:nvGrpSpPr>
        <p:grpSpPr>
          <a:xfrm>
            <a:off x="1198637" y="2870793"/>
            <a:ext cx="197939" cy="282958"/>
            <a:chOff x="3824108" y="185737"/>
            <a:chExt cx="4539896" cy="6489858"/>
          </a:xfrm>
        </p:grpSpPr>
        <p:sp>
          <p:nvSpPr>
            <p:cNvPr id="3852" name="Google Shape;3852;p54"/>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3" name="Google Shape;3853;p54"/>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4" name="Google Shape;3854;p54"/>
          <p:cNvGrpSpPr/>
          <p:nvPr/>
        </p:nvGrpSpPr>
        <p:grpSpPr>
          <a:xfrm>
            <a:off x="5090901" y="1554019"/>
            <a:ext cx="278210" cy="293633"/>
            <a:chOff x="48677" y="2535783"/>
            <a:chExt cx="467344" cy="493252"/>
          </a:xfrm>
        </p:grpSpPr>
        <p:sp>
          <p:nvSpPr>
            <p:cNvPr id="3855" name="Google Shape;3855;p54"/>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6" name="Google Shape;3856;p54"/>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7" name="Google Shape;3857;p54"/>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8" name="Google Shape;3858;p54"/>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9" name="Google Shape;3859;p54"/>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0" name="Google Shape;3860;p54"/>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1" name="Google Shape;3861;p54"/>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54"/>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54"/>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54"/>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54"/>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6" name="Google Shape;3866;p54"/>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67" name="Google Shape;3867;p54"/>
          <p:cNvGrpSpPr/>
          <p:nvPr/>
        </p:nvGrpSpPr>
        <p:grpSpPr>
          <a:xfrm>
            <a:off x="5985227" y="1554019"/>
            <a:ext cx="228244" cy="293633"/>
            <a:chOff x="701850" y="2535716"/>
            <a:chExt cx="383410" cy="493252"/>
          </a:xfrm>
        </p:grpSpPr>
        <p:sp>
          <p:nvSpPr>
            <p:cNvPr id="3868" name="Google Shape;3868;p54"/>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9" name="Google Shape;3869;p54"/>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0" name="Google Shape;3870;p54"/>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1" name="Google Shape;3871;p54"/>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2" name="Google Shape;3872;p54"/>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3" name="Google Shape;3873;p54"/>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4" name="Google Shape;3874;p54"/>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5" name="Google Shape;3875;p54"/>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6" name="Google Shape;3876;p54"/>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7" name="Google Shape;3877;p54"/>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8" name="Google Shape;3878;p54"/>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9" name="Google Shape;3879;p54"/>
          <p:cNvGrpSpPr/>
          <p:nvPr/>
        </p:nvGrpSpPr>
        <p:grpSpPr>
          <a:xfrm>
            <a:off x="5117502" y="1994950"/>
            <a:ext cx="225009" cy="288205"/>
            <a:chOff x="1194101" y="2504533"/>
            <a:chExt cx="416529" cy="533516"/>
          </a:xfrm>
        </p:grpSpPr>
        <p:sp>
          <p:nvSpPr>
            <p:cNvPr id="3880" name="Google Shape;3880;p54"/>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1" name="Google Shape;3881;p54"/>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2" name="Google Shape;3882;p54"/>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3" name="Google Shape;3883;p54"/>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4" name="Google Shape;3884;p54"/>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5" name="Google Shape;3885;p54"/>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6" name="Google Shape;3886;p54"/>
          <p:cNvGrpSpPr/>
          <p:nvPr/>
        </p:nvGrpSpPr>
        <p:grpSpPr>
          <a:xfrm>
            <a:off x="6863004" y="1993349"/>
            <a:ext cx="231114" cy="291407"/>
            <a:chOff x="2245112" y="2488241"/>
            <a:chExt cx="448242" cy="565181"/>
          </a:xfrm>
        </p:grpSpPr>
        <p:sp>
          <p:nvSpPr>
            <p:cNvPr id="3887" name="Google Shape;3887;p54"/>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8" name="Google Shape;3888;p54"/>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9" name="Google Shape;3889;p54"/>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54"/>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1" name="Google Shape;3891;p54"/>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2" name="Google Shape;3892;p54"/>
          <p:cNvGrpSpPr/>
          <p:nvPr/>
        </p:nvGrpSpPr>
        <p:grpSpPr>
          <a:xfrm>
            <a:off x="5092015" y="2432505"/>
            <a:ext cx="275982" cy="280159"/>
            <a:chOff x="3293870" y="2529907"/>
            <a:chExt cx="502882" cy="510400"/>
          </a:xfrm>
        </p:grpSpPr>
        <p:sp>
          <p:nvSpPr>
            <p:cNvPr id="3893" name="Google Shape;3893;p54"/>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54"/>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54"/>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54"/>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54"/>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8" name="Google Shape;3898;p54"/>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9" name="Google Shape;3899;p54"/>
          <p:cNvGrpSpPr/>
          <p:nvPr/>
        </p:nvGrpSpPr>
        <p:grpSpPr>
          <a:xfrm>
            <a:off x="5545821" y="2429306"/>
            <a:ext cx="231119" cy="286557"/>
            <a:chOff x="3877177" y="2526826"/>
            <a:chExt cx="451581" cy="559901"/>
          </a:xfrm>
        </p:grpSpPr>
        <p:sp>
          <p:nvSpPr>
            <p:cNvPr id="3900" name="Google Shape;3900;p54"/>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54"/>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54"/>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54"/>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4" name="Google Shape;3904;p54"/>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5" name="Google Shape;3905;p54"/>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6" name="Google Shape;3906;p54"/>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7" name="Google Shape;3907;p54"/>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8" name="Google Shape;3908;p54"/>
          <p:cNvGrpSpPr/>
          <p:nvPr/>
        </p:nvGrpSpPr>
        <p:grpSpPr>
          <a:xfrm>
            <a:off x="6857954" y="2429188"/>
            <a:ext cx="241213" cy="286793"/>
            <a:chOff x="4422849" y="2521561"/>
            <a:chExt cx="455376" cy="541528"/>
          </a:xfrm>
        </p:grpSpPr>
        <p:sp>
          <p:nvSpPr>
            <p:cNvPr id="3909" name="Google Shape;3909;p54"/>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0" name="Google Shape;3910;p54"/>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4"/>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4"/>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4"/>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4" name="Google Shape;3914;p54"/>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5" name="Google Shape;3915;p54"/>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6" name="Google Shape;3916;p54"/>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7" name="Google Shape;3917;p54"/>
          <p:cNvGrpSpPr/>
          <p:nvPr/>
        </p:nvGrpSpPr>
        <p:grpSpPr>
          <a:xfrm>
            <a:off x="8165978" y="2425901"/>
            <a:ext cx="235137" cy="293367"/>
            <a:chOff x="4971988" y="2531176"/>
            <a:chExt cx="416541" cy="519694"/>
          </a:xfrm>
        </p:grpSpPr>
        <p:sp>
          <p:nvSpPr>
            <p:cNvPr id="3918" name="Google Shape;3918;p54"/>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4"/>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4"/>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4"/>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54"/>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3" name="Google Shape;3923;p54"/>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4" name="Google Shape;3924;p54"/>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54"/>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6" name="Google Shape;3926;p54"/>
          <p:cNvGrpSpPr/>
          <p:nvPr/>
        </p:nvGrpSpPr>
        <p:grpSpPr>
          <a:xfrm>
            <a:off x="5973975" y="2865063"/>
            <a:ext cx="250749" cy="291263"/>
            <a:chOff x="5482605" y="2537592"/>
            <a:chExt cx="454256" cy="527649"/>
          </a:xfrm>
        </p:grpSpPr>
        <p:sp>
          <p:nvSpPr>
            <p:cNvPr id="3927" name="Google Shape;3927;p54"/>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4"/>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4"/>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4"/>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4"/>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54"/>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3" name="Google Shape;3933;p54"/>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4" name="Google Shape;3934;p54"/>
          <p:cNvGrpSpPr/>
          <p:nvPr/>
        </p:nvGrpSpPr>
        <p:grpSpPr>
          <a:xfrm>
            <a:off x="6863001" y="2867443"/>
            <a:ext cx="231119" cy="286502"/>
            <a:chOff x="6055860" y="2534982"/>
            <a:chExt cx="431515" cy="534918"/>
          </a:xfrm>
        </p:grpSpPr>
        <p:sp>
          <p:nvSpPr>
            <p:cNvPr id="3935" name="Google Shape;3935;p54"/>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54"/>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4"/>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4"/>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9" name="Google Shape;3939;p54"/>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0" name="Google Shape;3940;p54"/>
          <p:cNvGrpSpPr/>
          <p:nvPr/>
        </p:nvGrpSpPr>
        <p:grpSpPr>
          <a:xfrm>
            <a:off x="7711719" y="2866760"/>
            <a:ext cx="277298" cy="287869"/>
            <a:chOff x="6643969" y="2567634"/>
            <a:chExt cx="465813" cy="483569"/>
          </a:xfrm>
        </p:grpSpPr>
        <p:sp>
          <p:nvSpPr>
            <p:cNvPr id="3941" name="Google Shape;3941;p54"/>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4"/>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4"/>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4"/>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4"/>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6" name="Google Shape;3946;p54"/>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7" name="Google Shape;3947;p54"/>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8" name="Google Shape;3948;p54"/>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9" name="Google Shape;3949;p54"/>
          <p:cNvGrpSpPr/>
          <p:nvPr/>
        </p:nvGrpSpPr>
        <p:grpSpPr>
          <a:xfrm>
            <a:off x="5090900" y="3309698"/>
            <a:ext cx="278212" cy="281056"/>
            <a:chOff x="7154882" y="2518155"/>
            <a:chExt cx="498946" cy="504136"/>
          </a:xfrm>
        </p:grpSpPr>
        <p:sp>
          <p:nvSpPr>
            <p:cNvPr id="3950" name="Google Shape;3950;p54"/>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4"/>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4"/>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54"/>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4" name="Google Shape;3954;p54"/>
          <p:cNvGrpSpPr/>
          <p:nvPr/>
        </p:nvGrpSpPr>
        <p:grpSpPr>
          <a:xfrm>
            <a:off x="5537107" y="3301919"/>
            <a:ext cx="248547" cy="296614"/>
            <a:chOff x="7733261" y="2541659"/>
            <a:chExt cx="417515" cy="498260"/>
          </a:xfrm>
        </p:grpSpPr>
        <p:sp>
          <p:nvSpPr>
            <p:cNvPr id="3955" name="Google Shape;3955;p54"/>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54"/>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4"/>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4"/>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4"/>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0" name="Google Shape;3960;p54"/>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1" name="Google Shape;3961;p54"/>
          <p:cNvGrpSpPr/>
          <p:nvPr/>
        </p:nvGrpSpPr>
        <p:grpSpPr>
          <a:xfrm>
            <a:off x="6841602" y="3303901"/>
            <a:ext cx="273917" cy="292649"/>
            <a:chOff x="8229836" y="2563678"/>
            <a:chExt cx="460132" cy="491599"/>
          </a:xfrm>
        </p:grpSpPr>
        <p:sp>
          <p:nvSpPr>
            <p:cNvPr id="3962" name="Google Shape;3962;p54"/>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54"/>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4" name="Google Shape;3964;p54"/>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5" name="Google Shape;3965;p54"/>
          <p:cNvGrpSpPr/>
          <p:nvPr/>
        </p:nvGrpSpPr>
        <p:grpSpPr>
          <a:xfrm>
            <a:off x="7712221" y="3303880"/>
            <a:ext cx="276295" cy="292691"/>
            <a:chOff x="8846885" y="2518088"/>
            <a:chExt cx="508830" cy="539125"/>
          </a:xfrm>
        </p:grpSpPr>
        <p:sp>
          <p:nvSpPr>
            <p:cNvPr id="3966" name="Google Shape;3966;p54"/>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54"/>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8" name="Google Shape;3968;p54"/>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4"/>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4"/>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1" name="Google Shape;3971;p54"/>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2" name="Google Shape;3972;p54"/>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4"/>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4"/>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54"/>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6" name="Google Shape;3976;p54"/>
          <p:cNvGrpSpPr/>
          <p:nvPr/>
        </p:nvGrpSpPr>
        <p:grpSpPr>
          <a:xfrm>
            <a:off x="8173956" y="1991549"/>
            <a:ext cx="219181" cy="295007"/>
            <a:chOff x="2816016" y="3178006"/>
            <a:chExt cx="397499" cy="534918"/>
          </a:xfrm>
        </p:grpSpPr>
        <p:sp>
          <p:nvSpPr>
            <p:cNvPr id="3977" name="Google Shape;3977;p54"/>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4"/>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4"/>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4"/>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4"/>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2" name="Google Shape;3982;p54"/>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3" name="Google Shape;3983;p54"/>
          <p:cNvGrpSpPr/>
          <p:nvPr/>
        </p:nvGrpSpPr>
        <p:grpSpPr>
          <a:xfrm>
            <a:off x="5562255" y="3737702"/>
            <a:ext cx="198251" cy="285543"/>
            <a:chOff x="9513060" y="2479961"/>
            <a:chExt cx="395868" cy="570174"/>
          </a:xfrm>
        </p:grpSpPr>
        <p:sp>
          <p:nvSpPr>
            <p:cNvPr id="3984" name="Google Shape;3984;p54"/>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4"/>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54"/>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4"/>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4"/>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54"/>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54"/>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4"/>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4"/>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4"/>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4"/>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5" name="Google Shape;3995;p54"/>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6" name="Google Shape;3996;p54"/>
          <p:cNvGrpSpPr/>
          <p:nvPr/>
        </p:nvGrpSpPr>
        <p:grpSpPr>
          <a:xfrm>
            <a:off x="8169413" y="3736638"/>
            <a:ext cx="228267" cy="287671"/>
            <a:chOff x="604393" y="3489301"/>
            <a:chExt cx="396504" cy="499862"/>
          </a:xfrm>
        </p:grpSpPr>
        <p:sp>
          <p:nvSpPr>
            <p:cNvPr id="3997" name="Google Shape;3997;p54"/>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4"/>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4"/>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4"/>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4"/>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2" name="Google Shape;4002;p54"/>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3" name="Google Shape;4003;p54"/>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4"/>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4"/>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54"/>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7" name="Google Shape;4007;p54"/>
          <p:cNvGrpSpPr/>
          <p:nvPr/>
        </p:nvGrpSpPr>
        <p:grpSpPr>
          <a:xfrm>
            <a:off x="5964895" y="3738686"/>
            <a:ext cx="268908" cy="283576"/>
            <a:chOff x="1142210" y="3498449"/>
            <a:chExt cx="451719" cy="476358"/>
          </a:xfrm>
        </p:grpSpPr>
        <p:sp>
          <p:nvSpPr>
            <p:cNvPr id="4008" name="Google Shape;4008;p54"/>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54"/>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4"/>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4"/>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4"/>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54"/>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4" name="Google Shape;4014;p54"/>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5" name="Google Shape;4015;p54"/>
          <p:cNvGrpSpPr/>
          <p:nvPr/>
        </p:nvGrpSpPr>
        <p:grpSpPr>
          <a:xfrm>
            <a:off x="8169426" y="3305047"/>
            <a:ext cx="228242" cy="290356"/>
            <a:chOff x="1729639" y="3477349"/>
            <a:chExt cx="430645" cy="547739"/>
          </a:xfrm>
        </p:grpSpPr>
        <p:sp>
          <p:nvSpPr>
            <p:cNvPr id="4016" name="Google Shape;4016;p54"/>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54"/>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4"/>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4"/>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54"/>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1" name="Google Shape;4021;p54"/>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2" name="Google Shape;4022;p54"/>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4"/>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4"/>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54"/>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6" name="Google Shape;4026;p54"/>
          <p:cNvGrpSpPr/>
          <p:nvPr/>
        </p:nvGrpSpPr>
        <p:grpSpPr>
          <a:xfrm>
            <a:off x="7273192" y="3736123"/>
            <a:ext cx="274581" cy="288701"/>
            <a:chOff x="3555984" y="3414449"/>
            <a:chExt cx="550815" cy="579255"/>
          </a:xfrm>
        </p:grpSpPr>
        <p:sp>
          <p:nvSpPr>
            <p:cNvPr id="4027" name="Google Shape;4027;p54"/>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4"/>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4"/>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4"/>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4"/>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2" name="Google Shape;4032;p54"/>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3" name="Google Shape;4033;p54"/>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54"/>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4"/>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4"/>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54"/>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8" name="Google Shape;4038;p54"/>
          <p:cNvGrpSpPr/>
          <p:nvPr/>
        </p:nvGrpSpPr>
        <p:grpSpPr>
          <a:xfrm>
            <a:off x="5545828" y="4168680"/>
            <a:ext cx="231106" cy="295899"/>
            <a:chOff x="4598321" y="3464395"/>
            <a:chExt cx="388217" cy="497058"/>
          </a:xfrm>
        </p:grpSpPr>
        <p:sp>
          <p:nvSpPr>
            <p:cNvPr id="4039" name="Google Shape;4039;p54"/>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4"/>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4"/>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4"/>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4"/>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4" name="Google Shape;4044;p54"/>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5" name="Google Shape;4045;p54"/>
          <p:cNvGrpSpPr/>
          <p:nvPr/>
        </p:nvGrpSpPr>
        <p:grpSpPr>
          <a:xfrm>
            <a:off x="6866045" y="1556800"/>
            <a:ext cx="225031" cy="288072"/>
            <a:chOff x="6248839" y="1967937"/>
            <a:chExt cx="280273" cy="358744"/>
          </a:xfrm>
        </p:grpSpPr>
        <p:sp>
          <p:nvSpPr>
            <p:cNvPr id="4046" name="Google Shape;4046;p5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54"/>
          <p:cNvGrpSpPr/>
          <p:nvPr/>
        </p:nvGrpSpPr>
        <p:grpSpPr>
          <a:xfrm>
            <a:off x="7297521" y="3296922"/>
            <a:ext cx="224993" cy="300082"/>
            <a:chOff x="5807156" y="2881113"/>
            <a:chExt cx="261043" cy="348163"/>
          </a:xfrm>
        </p:grpSpPr>
        <p:sp>
          <p:nvSpPr>
            <p:cNvPr id="4053" name="Google Shape;4053;p5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54"/>
          <p:cNvGrpSpPr/>
          <p:nvPr/>
        </p:nvGrpSpPr>
        <p:grpSpPr>
          <a:xfrm>
            <a:off x="5966053" y="1990936"/>
            <a:ext cx="265148" cy="283511"/>
            <a:chOff x="6662932" y="1247775"/>
            <a:chExt cx="4910139" cy="5164137"/>
          </a:xfrm>
        </p:grpSpPr>
        <p:sp>
          <p:nvSpPr>
            <p:cNvPr id="4059" name="Google Shape;4059;p54"/>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0" name="Google Shape;4060;p54"/>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1" name="Google Shape;4061;p54"/>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2" name="Google Shape;4062;p54"/>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3" name="Google Shape;4063;p54"/>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4" name="Google Shape;4064;p54"/>
          <p:cNvGrpSpPr/>
          <p:nvPr/>
        </p:nvGrpSpPr>
        <p:grpSpPr>
          <a:xfrm>
            <a:off x="1594847" y="1986405"/>
            <a:ext cx="285850" cy="285816"/>
            <a:chOff x="2613025" y="6299681"/>
            <a:chExt cx="567952" cy="559218"/>
          </a:xfrm>
        </p:grpSpPr>
        <p:sp>
          <p:nvSpPr>
            <p:cNvPr id="4065" name="Google Shape;4065;p54"/>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4"/>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4"/>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4"/>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9" name="Google Shape;4069;p54"/>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0" name="Google Shape;4070;p54"/>
          <p:cNvGrpSpPr/>
          <p:nvPr/>
        </p:nvGrpSpPr>
        <p:grpSpPr>
          <a:xfrm>
            <a:off x="2909357" y="2869718"/>
            <a:ext cx="265141" cy="282827"/>
            <a:chOff x="4283699" y="2858592"/>
            <a:chExt cx="278538" cy="297119"/>
          </a:xfrm>
        </p:grpSpPr>
        <p:grpSp>
          <p:nvGrpSpPr>
            <p:cNvPr id="4071" name="Google Shape;4071;p54"/>
            <p:cNvGrpSpPr/>
            <p:nvPr/>
          </p:nvGrpSpPr>
          <p:grpSpPr>
            <a:xfrm>
              <a:off x="4329739" y="2910394"/>
              <a:ext cx="135447" cy="213130"/>
              <a:chOff x="4304285" y="3299390"/>
              <a:chExt cx="135447" cy="213130"/>
            </a:xfrm>
          </p:grpSpPr>
          <p:sp>
            <p:nvSpPr>
              <p:cNvPr id="4072" name="Google Shape;4072;p54"/>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54"/>
            <p:cNvGrpSpPr/>
            <p:nvPr/>
          </p:nvGrpSpPr>
          <p:grpSpPr>
            <a:xfrm>
              <a:off x="4283699" y="2858592"/>
              <a:ext cx="278538" cy="297119"/>
              <a:chOff x="3127067" y="4261321"/>
              <a:chExt cx="240950" cy="259901"/>
            </a:xfrm>
          </p:grpSpPr>
          <p:sp>
            <p:nvSpPr>
              <p:cNvPr id="4081" name="Google Shape;4081;p54"/>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4" name="Google Shape;4084;p54"/>
          <p:cNvGrpSpPr/>
          <p:nvPr/>
        </p:nvGrpSpPr>
        <p:grpSpPr>
          <a:xfrm>
            <a:off x="6431033" y="3743823"/>
            <a:ext cx="219067" cy="281869"/>
            <a:chOff x="8907463" y="1231901"/>
            <a:chExt cx="3289300" cy="4232274"/>
          </a:xfrm>
        </p:grpSpPr>
        <p:sp>
          <p:nvSpPr>
            <p:cNvPr id="4085" name="Google Shape;4085;p54"/>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6" name="Google Shape;4086;p54"/>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7" name="Google Shape;4087;p54"/>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8" name="Google Shape;4088;p54"/>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2" name="Shape 4092"/>
        <p:cNvGrpSpPr/>
        <p:nvPr/>
      </p:nvGrpSpPr>
      <p:grpSpPr>
        <a:xfrm>
          <a:off x="0" y="0"/>
          <a:ext cx="0" cy="0"/>
          <a:chOff x="0" y="0"/>
          <a:chExt cx="0" cy="0"/>
        </a:xfrm>
      </p:grpSpPr>
      <p:sp>
        <p:nvSpPr>
          <p:cNvPr id="4093" name="Google Shape;4093;p55"/>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094" name="Google Shape;4094;p55"/>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095" name="Google Shape;4095;p55"/>
          <p:cNvGrpSpPr/>
          <p:nvPr/>
        </p:nvGrpSpPr>
        <p:grpSpPr>
          <a:xfrm>
            <a:off x="2478999" y="1561177"/>
            <a:ext cx="255299" cy="276740"/>
            <a:chOff x="3110102" y="1499880"/>
            <a:chExt cx="330613" cy="358379"/>
          </a:xfrm>
        </p:grpSpPr>
        <p:sp>
          <p:nvSpPr>
            <p:cNvPr id="4096" name="Google Shape;4096;p5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55"/>
          <p:cNvGrpSpPr/>
          <p:nvPr/>
        </p:nvGrpSpPr>
        <p:grpSpPr>
          <a:xfrm>
            <a:off x="3792575" y="3313078"/>
            <a:ext cx="255005" cy="277231"/>
            <a:chOff x="2667058" y="1500293"/>
            <a:chExt cx="330231" cy="359015"/>
          </a:xfrm>
        </p:grpSpPr>
        <p:sp>
          <p:nvSpPr>
            <p:cNvPr id="4104" name="Google Shape;4104;p55"/>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55"/>
          <p:cNvGrpSpPr/>
          <p:nvPr/>
        </p:nvGrpSpPr>
        <p:grpSpPr>
          <a:xfrm>
            <a:off x="3781462" y="2001756"/>
            <a:ext cx="277231" cy="276937"/>
            <a:chOff x="1309875" y="1499912"/>
            <a:chExt cx="359015" cy="358633"/>
          </a:xfrm>
        </p:grpSpPr>
        <p:sp>
          <p:nvSpPr>
            <p:cNvPr id="4123" name="Google Shape;4123;p5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55"/>
          <p:cNvGrpSpPr/>
          <p:nvPr/>
        </p:nvGrpSpPr>
        <p:grpSpPr>
          <a:xfrm>
            <a:off x="1163120" y="2001609"/>
            <a:ext cx="255299" cy="277231"/>
            <a:chOff x="2219466" y="1500293"/>
            <a:chExt cx="330613" cy="359015"/>
          </a:xfrm>
        </p:grpSpPr>
        <p:sp>
          <p:nvSpPr>
            <p:cNvPr id="4133" name="Google Shape;4133;p5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55"/>
          <p:cNvGrpSpPr/>
          <p:nvPr/>
        </p:nvGrpSpPr>
        <p:grpSpPr>
          <a:xfrm>
            <a:off x="7313674" y="2435666"/>
            <a:ext cx="193564" cy="276066"/>
            <a:chOff x="4882340" y="1509358"/>
            <a:chExt cx="246171" cy="351095"/>
          </a:xfrm>
        </p:grpSpPr>
        <p:sp>
          <p:nvSpPr>
            <p:cNvPr id="4136" name="Google Shape;4136;p5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1" name="Google Shape;4141;p55"/>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2" name="Google Shape;4142;p55"/>
          <p:cNvGrpSpPr/>
          <p:nvPr/>
        </p:nvGrpSpPr>
        <p:grpSpPr>
          <a:xfrm>
            <a:off x="6919416" y="3313559"/>
            <a:ext cx="121815" cy="276641"/>
            <a:chOff x="7699309" y="1508626"/>
            <a:chExt cx="154922" cy="351827"/>
          </a:xfrm>
        </p:grpSpPr>
        <p:sp>
          <p:nvSpPr>
            <p:cNvPr id="4143" name="Google Shape;4143;p5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55"/>
          <p:cNvGrpSpPr/>
          <p:nvPr/>
        </p:nvGrpSpPr>
        <p:grpSpPr>
          <a:xfrm>
            <a:off x="7272585" y="3337042"/>
            <a:ext cx="275741" cy="229676"/>
            <a:chOff x="5770336" y="2007615"/>
            <a:chExt cx="350682" cy="292097"/>
          </a:xfrm>
        </p:grpSpPr>
        <p:sp>
          <p:nvSpPr>
            <p:cNvPr id="4151" name="Google Shape;4151;p5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5" name="Google Shape;4155;p55"/>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6" name="Google Shape;4156;p55"/>
          <p:cNvGrpSpPr/>
          <p:nvPr/>
        </p:nvGrpSpPr>
        <p:grpSpPr>
          <a:xfrm>
            <a:off x="7718731" y="2868895"/>
            <a:ext cx="262062" cy="275166"/>
            <a:chOff x="7548967" y="1978927"/>
            <a:chExt cx="333285" cy="349950"/>
          </a:xfrm>
        </p:grpSpPr>
        <p:sp>
          <p:nvSpPr>
            <p:cNvPr id="4157" name="Google Shape;4157;p5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55"/>
          <p:cNvGrpSpPr/>
          <p:nvPr/>
        </p:nvGrpSpPr>
        <p:grpSpPr>
          <a:xfrm>
            <a:off x="7274223" y="2868758"/>
            <a:ext cx="272465" cy="275441"/>
            <a:chOff x="6214142" y="1978927"/>
            <a:chExt cx="346515" cy="350300"/>
          </a:xfrm>
        </p:grpSpPr>
        <p:sp>
          <p:nvSpPr>
            <p:cNvPr id="4165" name="Google Shape;4165;p5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7" name="Google Shape;4167;p55"/>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8" name="Google Shape;4168;p55"/>
          <p:cNvGrpSpPr/>
          <p:nvPr/>
        </p:nvGrpSpPr>
        <p:grpSpPr>
          <a:xfrm>
            <a:off x="2028202" y="2436377"/>
            <a:ext cx="290039" cy="276512"/>
            <a:chOff x="2023158" y="2439193"/>
            <a:chExt cx="290039" cy="276512"/>
          </a:xfrm>
        </p:grpSpPr>
        <p:grpSp>
          <p:nvGrpSpPr>
            <p:cNvPr id="4169" name="Google Shape;4169;p55"/>
            <p:cNvGrpSpPr/>
            <p:nvPr/>
          </p:nvGrpSpPr>
          <p:grpSpPr>
            <a:xfrm>
              <a:off x="2023158" y="2442350"/>
              <a:ext cx="84275" cy="270200"/>
              <a:chOff x="2774209" y="1954691"/>
              <a:chExt cx="116693" cy="374186"/>
            </a:xfrm>
          </p:grpSpPr>
          <p:sp>
            <p:nvSpPr>
              <p:cNvPr id="4170" name="Google Shape;4170;p5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2" name="Google Shape;4172;p55"/>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55"/>
          <p:cNvGrpSpPr/>
          <p:nvPr/>
        </p:nvGrpSpPr>
        <p:grpSpPr>
          <a:xfrm>
            <a:off x="758116" y="1563707"/>
            <a:ext cx="210576" cy="271681"/>
            <a:chOff x="913012" y="2421970"/>
            <a:chExt cx="272696" cy="351827"/>
          </a:xfrm>
        </p:grpSpPr>
        <p:sp>
          <p:nvSpPr>
            <p:cNvPr id="4175" name="Google Shape;4175;p5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55"/>
          <p:cNvGrpSpPr/>
          <p:nvPr/>
        </p:nvGrpSpPr>
        <p:grpSpPr>
          <a:xfrm>
            <a:off x="1633814" y="2438940"/>
            <a:ext cx="197412" cy="271386"/>
            <a:chOff x="2274743" y="2422352"/>
            <a:chExt cx="255649" cy="351445"/>
          </a:xfrm>
        </p:grpSpPr>
        <p:sp>
          <p:nvSpPr>
            <p:cNvPr id="4180" name="Google Shape;4180;p5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55"/>
          <p:cNvGrpSpPr/>
          <p:nvPr/>
        </p:nvGrpSpPr>
        <p:grpSpPr>
          <a:xfrm>
            <a:off x="1190602" y="3737447"/>
            <a:ext cx="200334" cy="270821"/>
            <a:chOff x="1835485" y="2422352"/>
            <a:chExt cx="259433" cy="350714"/>
          </a:xfrm>
        </p:grpSpPr>
        <p:sp>
          <p:nvSpPr>
            <p:cNvPr id="4184" name="Google Shape;4184;p5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55"/>
          <p:cNvGrpSpPr/>
          <p:nvPr/>
        </p:nvGrpSpPr>
        <p:grpSpPr>
          <a:xfrm>
            <a:off x="1628558" y="2004298"/>
            <a:ext cx="207923" cy="271853"/>
            <a:chOff x="1367060" y="2422129"/>
            <a:chExt cx="269261" cy="352050"/>
          </a:xfrm>
        </p:grpSpPr>
        <p:sp>
          <p:nvSpPr>
            <p:cNvPr id="4192" name="Google Shape;4192;p5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6" name="Google Shape;4206;p55"/>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7" name="Google Shape;4207;p55"/>
          <p:cNvGrpSpPr/>
          <p:nvPr/>
        </p:nvGrpSpPr>
        <p:grpSpPr>
          <a:xfrm>
            <a:off x="7709803" y="2015275"/>
            <a:ext cx="279918" cy="246306"/>
            <a:chOff x="6627639" y="2443884"/>
            <a:chExt cx="355993" cy="313247"/>
          </a:xfrm>
        </p:grpSpPr>
        <p:sp>
          <p:nvSpPr>
            <p:cNvPr id="4208" name="Google Shape;4208;p5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55"/>
          <p:cNvGrpSpPr/>
          <p:nvPr/>
        </p:nvGrpSpPr>
        <p:grpSpPr>
          <a:xfrm>
            <a:off x="6404324" y="1592442"/>
            <a:ext cx="276341" cy="218572"/>
            <a:chOff x="6183451" y="2462140"/>
            <a:chExt cx="351445" cy="277976"/>
          </a:xfrm>
        </p:grpSpPr>
        <p:sp>
          <p:nvSpPr>
            <p:cNvPr id="4212" name="Google Shape;4212;p5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55"/>
          <p:cNvGrpSpPr/>
          <p:nvPr/>
        </p:nvGrpSpPr>
        <p:grpSpPr>
          <a:xfrm>
            <a:off x="6841403" y="1567546"/>
            <a:ext cx="277842" cy="268364"/>
            <a:chOff x="5735477" y="2429858"/>
            <a:chExt cx="353354" cy="341299"/>
          </a:xfrm>
        </p:grpSpPr>
        <p:sp>
          <p:nvSpPr>
            <p:cNvPr id="4220" name="Google Shape;4220;p5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55"/>
          <p:cNvGrpSpPr/>
          <p:nvPr/>
        </p:nvGrpSpPr>
        <p:grpSpPr>
          <a:xfrm>
            <a:off x="6394362" y="2037729"/>
            <a:ext cx="296267" cy="201399"/>
            <a:chOff x="5283337" y="2478774"/>
            <a:chExt cx="358633" cy="243913"/>
          </a:xfrm>
        </p:grpSpPr>
        <p:sp>
          <p:nvSpPr>
            <p:cNvPr id="4227" name="Google Shape;4227;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55"/>
          <p:cNvGrpSpPr/>
          <p:nvPr/>
        </p:nvGrpSpPr>
        <p:grpSpPr>
          <a:xfrm>
            <a:off x="5086591" y="1600032"/>
            <a:ext cx="284694" cy="203392"/>
            <a:chOff x="7964753" y="2470823"/>
            <a:chExt cx="362068" cy="258670"/>
          </a:xfrm>
        </p:grpSpPr>
        <p:sp>
          <p:nvSpPr>
            <p:cNvPr id="4245" name="Google Shape;4245;p5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55"/>
          <p:cNvGrpSpPr/>
          <p:nvPr/>
        </p:nvGrpSpPr>
        <p:grpSpPr>
          <a:xfrm>
            <a:off x="726249" y="2436902"/>
            <a:ext cx="274309" cy="275463"/>
            <a:chOff x="3972749" y="2894211"/>
            <a:chExt cx="355230" cy="356725"/>
          </a:xfrm>
        </p:grpSpPr>
        <p:sp>
          <p:nvSpPr>
            <p:cNvPr id="4255" name="Google Shape;4255;p5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55"/>
          <p:cNvGrpSpPr/>
          <p:nvPr/>
        </p:nvGrpSpPr>
        <p:grpSpPr>
          <a:xfrm>
            <a:off x="2903706" y="2021343"/>
            <a:ext cx="274898" cy="237764"/>
            <a:chOff x="3527797" y="2918796"/>
            <a:chExt cx="355993" cy="307904"/>
          </a:xfrm>
        </p:grpSpPr>
        <p:sp>
          <p:nvSpPr>
            <p:cNvPr id="4261" name="Google Shape;4261;p5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55"/>
          <p:cNvGrpSpPr/>
          <p:nvPr/>
        </p:nvGrpSpPr>
        <p:grpSpPr>
          <a:xfrm>
            <a:off x="1153468" y="4181619"/>
            <a:ext cx="274603" cy="274603"/>
            <a:chOff x="2639038" y="2894942"/>
            <a:chExt cx="355612" cy="355612"/>
          </a:xfrm>
        </p:grpSpPr>
        <p:sp>
          <p:nvSpPr>
            <p:cNvPr id="4272" name="Google Shape;4272;p5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55"/>
          <p:cNvGrpSpPr/>
          <p:nvPr/>
        </p:nvGrpSpPr>
        <p:grpSpPr>
          <a:xfrm>
            <a:off x="6404024" y="2874797"/>
            <a:ext cx="276942" cy="263362"/>
            <a:chOff x="7066548" y="2912594"/>
            <a:chExt cx="352209" cy="334938"/>
          </a:xfrm>
        </p:grpSpPr>
        <p:sp>
          <p:nvSpPr>
            <p:cNvPr id="4275" name="Google Shape;4275;p5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1" name="Google Shape;4281;p55"/>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3" name="Google Shape;4283;p55"/>
          <p:cNvGrpSpPr/>
          <p:nvPr/>
        </p:nvGrpSpPr>
        <p:grpSpPr>
          <a:xfrm>
            <a:off x="8166967" y="2000258"/>
            <a:ext cx="241205" cy="276341"/>
            <a:chOff x="8003015" y="2904039"/>
            <a:chExt cx="306759" cy="351445"/>
          </a:xfrm>
        </p:grpSpPr>
        <p:sp>
          <p:nvSpPr>
            <p:cNvPr id="4284" name="Google Shape;4284;p5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55"/>
          <p:cNvGrpSpPr/>
          <p:nvPr/>
        </p:nvGrpSpPr>
        <p:grpSpPr>
          <a:xfrm>
            <a:off x="6397172" y="2428389"/>
            <a:ext cx="290646" cy="290621"/>
            <a:chOff x="5687770" y="2885496"/>
            <a:chExt cx="369638" cy="369606"/>
          </a:xfrm>
        </p:grpSpPr>
        <p:sp>
          <p:nvSpPr>
            <p:cNvPr id="4291" name="Google Shape;4291;p5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55"/>
          <p:cNvGrpSpPr/>
          <p:nvPr/>
        </p:nvGrpSpPr>
        <p:grpSpPr>
          <a:xfrm>
            <a:off x="3788339" y="3737447"/>
            <a:ext cx="263478" cy="277452"/>
            <a:chOff x="862283" y="4274771"/>
            <a:chExt cx="341204" cy="359301"/>
          </a:xfrm>
        </p:grpSpPr>
        <p:sp>
          <p:nvSpPr>
            <p:cNvPr id="4302" name="Google Shape;4302;p5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55"/>
          <p:cNvGrpSpPr/>
          <p:nvPr/>
        </p:nvGrpSpPr>
        <p:grpSpPr>
          <a:xfrm>
            <a:off x="2027306" y="1568557"/>
            <a:ext cx="291830" cy="261979"/>
            <a:chOff x="1865381" y="4277506"/>
            <a:chExt cx="396131" cy="355612"/>
          </a:xfrm>
        </p:grpSpPr>
        <p:sp>
          <p:nvSpPr>
            <p:cNvPr id="4306" name="Google Shape;4306;p5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55"/>
          <p:cNvGrpSpPr/>
          <p:nvPr/>
        </p:nvGrpSpPr>
        <p:grpSpPr>
          <a:xfrm>
            <a:off x="1142665" y="2883218"/>
            <a:ext cx="296210" cy="265698"/>
            <a:chOff x="2411823" y="4303999"/>
            <a:chExt cx="334398" cy="299953"/>
          </a:xfrm>
        </p:grpSpPr>
        <p:sp>
          <p:nvSpPr>
            <p:cNvPr id="4313" name="Google Shape;4313;p5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55"/>
          <p:cNvGrpSpPr/>
          <p:nvPr/>
        </p:nvGrpSpPr>
        <p:grpSpPr>
          <a:xfrm>
            <a:off x="715713" y="3316295"/>
            <a:ext cx="295381" cy="270797"/>
            <a:chOff x="2903337" y="4279032"/>
            <a:chExt cx="382519" cy="350682"/>
          </a:xfrm>
        </p:grpSpPr>
        <p:sp>
          <p:nvSpPr>
            <p:cNvPr id="4321" name="Google Shape;4321;p5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55"/>
          <p:cNvGrpSpPr/>
          <p:nvPr/>
        </p:nvGrpSpPr>
        <p:grpSpPr>
          <a:xfrm>
            <a:off x="2458528" y="2909331"/>
            <a:ext cx="296241" cy="213474"/>
            <a:chOff x="3933342" y="4315767"/>
            <a:chExt cx="383632" cy="276449"/>
          </a:xfrm>
        </p:grpSpPr>
        <p:sp>
          <p:nvSpPr>
            <p:cNvPr id="4337" name="Google Shape;4337;p5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55"/>
          <p:cNvGrpSpPr/>
          <p:nvPr/>
        </p:nvGrpSpPr>
        <p:grpSpPr>
          <a:xfrm>
            <a:off x="2910140" y="2444798"/>
            <a:ext cx="262029" cy="259671"/>
            <a:chOff x="3532345" y="3362635"/>
            <a:chExt cx="339328" cy="336274"/>
          </a:xfrm>
        </p:grpSpPr>
        <p:sp>
          <p:nvSpPr>
            <p:cNvPr id="4344" name="Google Shape;4344;p55"/>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9" name="Google Shape;4349;p55"/>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0" name="Google Shape;4350;p55"/>
          <p:cNvGrpSpPr/>
          <p:nvPr/>
        </p:nvGrpSpPr>
        <p:grpSpPr>
          <a:xfrm>
            <a:off x="1153185" y="1561803"/>
            <a:ext cx="275168" cy="275488"/>
            <a:chOff x="1323901" y="3807173"/>
            <a:chExt cx="356343" cy="356757"/>
          </a:xfrm>
        </p:grpSpPr>
        <p:sp>
          <p:nvSpPr>
            <p:cNvPr id="4351" name="Google Shape;4351;p5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 name="Google Shape;4375;p55"/>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6" name="Google Shape;4376;p55"/>
          <p:cNvGrpSpPr/>
          <p:nvPr/>
        </p:nvGrpSpPr>
        <p:grpSpPr>
          <a:xfrm>
            <a:off x="2922715" y="2880375"/>
            <a:ext cx="236879" cy="271386"/>
            <a:chOff x="859262" y="3353920"/>
            <a:chExt cx="306759" cy="351445"/>
          </a:xfrm>
        </p:grpSpPr>
        <p:sp>
          <p:nvSpPr>
            <p:cNvPr id="4377" name="Google Shape;4377;p5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2" name="Google Shape;4382;p55"/>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4" name="Google Shape;4384;p55"/>
          <p:cNvGrpSpPr/>
          <p:nvPr/>
        </p:nvGrpSpPr>
        <p:grpSpPr>
          <a:xfrm>
            <a:off x="7738209" y="2452435"/>
            <a:ext cx="223107" cy="242530"/>
            <a:chOff x="5964227" y="3858701"/>
            <a:chExt cx="283743" cy="308444"/>
          </a:xfrm>
        </p:grpSpPr>
        <p:sp>
          <p:nvSpPr>
            <p:cNvPr id="4385" name="Google Shape;4385;p5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55"/>
          <p:cNvGrpSpPr/>
          <p:nvPr/>
        </p:nvGrpSpPr>
        <p:grpSpPr>
          <a:xfrm>
            <a:off x="5959823" y="3313484"/>
            <a:ext cx="280818" cy="276792"/>
            <a:chOff x="7415290" y="3802816"/>
            <a:chExt cx="357138" cy="352018"/>
          </a:xfrm>
        </p:grpSpPr>
        <p:sp>
          <p:nvSpPr>
            <p:cNvPr id="4390" name="Google Shape;4390;p5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55"/>
          <p:cNvGrpSpPr/>
          <p:nvPr/>
        </p:nvGrpSpPr>
        <p:grpSpPr>
          <a:xfrm>
            <a:off x="7270797" y="2023078"/>
            <a:ext cx="279317" cy="230701"/>
            <a:chOff x="6889712" y="3833413"/>
            <a:chExt cx="355230" cy="293401"/>
          </a:xfrm>
        </p:grpSpPr>
        <p:sp>
          <p:nvSpPr>
            <p:cNvPr id="4399" name="Google Shape;4399;p5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5"/>
          <p:cNvGrpSpPr/>
          <p:nvPr/>
        </p:nvGrpSpPr>
        <p:grpSpPr>
          <a:xfrm>
            <a:off x="5117934" y="2441129"/>
            <a:ext cx="222009" cy="265142"/>
            <a:chOff x="1635875" y="237775"/>
            <a:chExt cx="4370250" cy="5219325"/>
          </a:xfrm>
        </p:grpSpPr>
        <p:sp>
          <p:nvSpPr>
            <p:cNvPr id="4405" name="Google Shape;4405;p5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55"/>
          <p:cNvGrpSpPr/>
          <p:nvPr/>
        </p:nvGrpSpPr>
        <p:grpSpPr>
          <a:xfrm>
            <a:off x="2067798" y="2009800"/>
            <a:ext cx="210846" cy="260850"/>
            <a:chOff x="2667821" y="3361108"/>
            <a:chExt cx="273046" cy="337801"/>
          </a:xfrm>
        </p:grpSpPr>
        <p:sp>
          <p:nvSpPr>
            <p:cNvPr id="4408" name="Google Shape;4408;p5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55"/>
          <p:cNvGrpSpPr/>
          <p:nvPr/>
        </p:nvGrpSpPr>
        <p:grpSpPr>
          <a:xfrm>
            <a:off x="2499028" y="3737447"/>
            <a:ext cx="215242" cy="261832"/>
            <a:chOff x="1768821" y="3361108"/>
            <a:chExt cx="278739" cy="339073"/>
          </a:xfrm>
        </p:grpSpPr>
        <p:sp>
          <p:nvSpPr>
            <p:cNvPr id="4428" name="Google Shape;4428;p5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55"/>
          <p:cNvGrpSpPr/>
          <p:nvPr/>
        </p:nvGrpSpPr>
        <p:grpSpPr>
          <a:xfrm>
            <a:off x="5979479" y="2858329"/>
            <a:ext cx="241505" cy="296298"/>
            <a:chOff x="5337883" y="3336873"/>
            <a:chExt cx="307141" cy="376826"/>
          </a:xfrm>
        </p:grpSpPr>
        <p:sp>
          <p:nvSpPr>
            <p:cNvPr id="4440" name="Google Shape;4440;p5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55"/>
          <p:cNvGrpSpPr/>
          <p:nvPr/>
        </p:nvGrpSpPr>
        <p:grpSpPr>
          <a:xfrm>
            <a:off x="5524518" y="2038370"/>
            <a:ext cx="278142" cy="200116"/>
            <a:chOff x="6637117" y="3397843"/>
            <a:chExt cx="353735" cy="254504"/>
          </a:xfrm>
        </p:grpSpPr>
        <p:sp>
          <p:nvSpPr>
            <p:cNvPr id="4443" name="Google Shape;4443;p5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55"/>
          <p:cNvGrpSpPr/>
          <p:nvPr/>
        </p:nvGrpSpPr>
        <p:grpSpPr>
          <a:xfrm>
            <a:off x="5521804" y="1563207"/>
            <a:ext cx="283569" cy="277042"/>
            <a:chOff x="7075994" y="3349531"/>
            <a:chExt cx="360637" cy="352336"/>
          </a:xfrm>
        </p:grpSpPr>
        <p:sp>
          <p:nvSpPr>
            <p:cNvPr id="4450" name="Google Shape;4450;p5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55"/>
          <p:cNvGrpSpPr/>
          <p:nvPr/>
        </p:nvGrpSpPr>
        <p:grpSpPr>
          <a:xfrm>
            <a:off x="5961611" y="2025566"/>
            <a:ext cx="277242" cy="225725"/>
            <a:chOff x="7973468" y="3382322"/>
            <a:chExt cx="352590" cy="287072"/>
          </a:xfrm>
        </p:grpSpPr>
        <p:sp>
          <p:nvSpPr>
            <p:cNvPr id="4458" name="Google Shape;4458;p5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55"/>
          <p:cNvGrpSpPr/>
          <p:nvPr/>
        </p:nvGrpSpPr>
        <p:grpSpPr>
          <a:xfrm>
            <a:off x="718576" y="4174885"/>
            <a:ext cx="289656" cy="288071"/>
            <a:chOff x="3527780" y="2885263"/>
            <a:chExt cx="347435" cy="345534"/>
          </a:xfrm>
        </p:grpSpPr>
        <p:sp>
          <p:nvSpPr>
            <p:cNvPr id="4471" name="Google Shape;4471;p5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4" name="Google Shape;4494;p55"/>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95" name="Google Shape;4495;p55"/>
          <p:cNvGrpSpPr/>
          <p:nvPr/>
        </p:nvGrpSpPr>
        <p:grpSpPr>
          <a:xfrm>
            <a:off x="2897880" y="1555923"/>
            <a:ext cx="286550" cy="287248"/>
            <a:chOff x="3278790" y="2960179"/>
            <a:chExt cx="312896" cy="313658"/>
          </a:xfrm>
        </p:grpSpPr>
        <p:sp>
          <p:nvSpPr>
            <p:cNvPr id="4496" name="Google Shape;4496;p55"/>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7" name="Google Shape;4497;p55"/>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8" name="Google Shape;4498;p55"/>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9" name="Google Shape;4499;p55"/>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0" name="Google Shape;4500;p55"/>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1" name="Google Shape;4501;p55"/>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2" name="Google Shape;4502;p55"/>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55"/>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55"/>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55"/>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6" name="Google Shape;4506;p55"/>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07" name="Google Shape;4507;p55"/>
          <p:cNvGrpSpPr/>
          <p:nvPr/>
        </p:nvGrpSpPr>
        <p:grpSpPr>
          <a:xfrm>
            <a:off x="3352385" y="1553957"/>
            <a:ext cx="252317" cy="291179"/>
            <a:chOff x="3718369" y="2960179"/>
            <a:chExt cx="252317" cy="291179"/>
          </a:xfrm>
        </p:grpSpPr>
        <p:sp>
          <p:nvSpPr>
            <p:cNvPr id="4508" name="Google Shape;4508;p55"/>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55"/>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55"/>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55"/>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55"/>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3" name="Google Shape;4513;p55"/>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4" name="Google Shape;4514;p55"/>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5" name="Google Shape;4515;p55"/>
          <p:cNvGrpSpPr/>
          <p:nvPr/>
        </p:nvGrpSpPr>
        <p:grpSpPr>
          <a:xfrm>
            <a:off x="3783843" y="1577946"/>
            <a:ext cx="272468" cy="243203"/>
            <a:chOff x="4096988" y="2954654"/>
            <a:chExt cx="357758" cy="319373"/>
          </a:xfrm>
        </p:grpSpPr>
        <p:sp>
          <p:nvSpPr>
            <p:cNvPr id="4516" name="Google Shape;4516;p55"/>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55"/>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8" name="Google Shape;4518;p55"/>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9" name="Google Shape;4519;p55"/>
          <p:cNvGrpSpPr/>
          <p:nvPr/>
        </p:nvGrpSpPr>
        <p:grpSpPr>
          <a:xfrm>
            <a:off x="2464919" y="2006236"/>
            <a:ext cx="283459" cy="267976"/>
            <a:chOff x="4534852" y="2953130"/>
            <a:chExt cx="333089" cy="314896"/>
          </a:xfrm>
        </p:grpSpPr>
        <p:sp>
          <p:nvSpPr>
            <p:cNvPr id="4520" name="Google Shape;4520;p55"/>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55"/>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2" name="Google Shape;4522;p55"/>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55"/>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55"/>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55"/>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6" name="Google Shape;4526;p55"/>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7" name="Google Shape;4527;p55"/>
          <p:cNvGrpSpPr/>
          <p:nvPr/>
        </p:nvGrpSpPr>
        <p:grpSpPr>
          <a:xfrm>
            <a:off x="3346810" y="1995143"/>
            <a:ext cx="263468" cy="290163"/>
            <a:chOff x="4948142" y="2934556"/>
            <a:chExt cx="316060" cy="348043"/>
          </a:xfrm>
        </p:grpSpPr>
        <p:sp>
          <p:nvSpPr>
            <p:cNvPr id="4528" name="Google Shape;4528;p55"/>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55"/>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55"/>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1" name="Google Shape;4531;p55"/>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2" name="Google Shape;4532;p55"/>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3" name="Google Shape;4533;p55"/>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34" name="Google Shape;4534;p55"/>
          <p:cNvGrpSpPr/>
          <p:nvPr/>
        </p:nvGrpSpPr>
        <p:grpSpPr>
          <a:xfrm>
            <a:off x="3400001" y="2434776"/>
            <a:ext cx="157086" cy="279714"/>
            <a:chOff x="6369223" y="2964518"/>
            <a:chExt cx="222785" cy="396757"/>
          </a:xfrm>
        </p:grpSpPr>
        <p:sp>
          <p:nvSpPr>
            <p:cNvPr id="4535" name="Google Shape;4535;p55"/>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55"/>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55"/>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55"/>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55"/>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55"/>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55"/>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55"/>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55"/>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55"/>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55"/>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55"/>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55"/>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55"/>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55"/>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55"/>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1" name="Google Shape;4551;p55"/>
          <p:cNvGrpSpPr/>
          <p:nvPr/>
        </p:nvGrpSpPr>
        <p:grpSpPr>
          <a:xfrm>
            <a:off x="3799307" y="2434010"/>
            <a:ext cx="241541" cy="281247"/>
            <a:chOff x="6735413" y="2947320"/>
            <a:chExt cx="355678" cy="414146"/>
          </a:xfrm>
        </p:grpSpPr>
        <p:sp>
          <p:nvSpPr>
            <p:cNvPr id="4552" name="Google Shape;4552;p55"/>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55"/>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5"/>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5"/>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6" name="Google Shape;4556;p55"/>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7" name="Google Shape;4557;p55"/>
          <p:cNvGrpSpPr/>
          <p:nvPr/>
        </p:nvGrpSpPr>
        <p:grpSpPr>
          <a:xfrm>
            <a:off x="718562" y="2868047"/>
            <a:ext cx="289683" cy="296041"/>
            <a:chOff x="7257478" y="2913982"/>
            <a:chExt cx="399287" cy="408051"/>
          </a:xfrm>
        </p:grpSpPr>
        <p:sp>
          <p:nvSpPr>
            <p:cNvPr id="4558" name="Google Shape;4558;p55"/>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5"/>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5"/>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55"/>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2" name="Google Shape;4562;p55"/>
          <p:cNvGrpSpPr/>
          <p:nvPr/>
        </p:nvGrpSpPr>
        <p:grpSpPr>
          <a:xfrm>
            <a:off x="1587176" y="2871517"/>
            <a:ext cx="290687" cy="289102"/>
            <a:chOff x="7823644" y="2909887"/>
            <a:chExt cx="454056" cy="451580"/>
          </a:xfrm>
        </p:grpSpPr>
        <p:sp>
          <p:nvSpPr>
            <p:cNvPr id="4563" name="Google Shape;4563;p55"/>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4" name="Google Shape;4564;p55"/>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5" name="Google Shape;4565;p55"/>
          <p:cNvGrpSpPr/>
          <p:nvPr/>
        </p:nvGrpSpPr>
        <p:grpSpPr>
          <a:xfrm>
            <a:off x="2036062" y="2884135"/>
            <a:ext cx="274319" cy="263866"/>
            <a:chOff x="8395239" y="2914123"/>
            <a:chExt cx="465105" cy="447534"/>
          </a:xfrm>
        </p:grpSpPr>
        <p:sp>
          <p:nvSpPr>
            <p:cNvPr id="4566" name="Google Shape;4566;p55"/>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5"/>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55"/>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55"/>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55"/>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71" name="Google Shape;4571;p55"/>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2" name="Google Shape;4572;p55"/>
          <p:cNvGrpSpPr/>
          <p:nvPr/>
        </p:nvGrpSpPr>
        <p:grpSpPr>
          <a:xfrm>
            <a:off x="3779701" y="2908487"/>
            <a:ext cx="280752" cy="215162"/>
            <a:chOff x="2819400" y="3422522"/>
            <a:chExt cx="364235" cy="279177"/>
          </a:xfrm>
        </p:grpSpPr>
        <p:sp>
          <p:nvSpPr>
            <p:cNvPr id="4573" name="Google Shape;4573;p55"/>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5"/>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55"/>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6" name="Google Shape;4576;p55"/>
          <p:cNvGrpSpPr/>
          <p:nvPr/>
        </p:nvGrpSpPr>
        <p:grpSpPr>
          <a:xfrm>
            <a:off x="1148978" y="3309819"/>
            <a:ext cx="283582" cy="283749"/>
            <a:chOff x="3308127" y="3414712"/>
            <a:chExt cx="283582" cy="283749"/>
          </a:xfrm>
        </p:grpSpPr>
        <p:sp>
          <p:nvSpPr>
            <p:cNvPr id="4577" name="Google Shape;4577;p55"/>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55"/>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55"/>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5"/>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5"/>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55"/>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55"/>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5"/>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55"/>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6" name="Google Shape;4586;p55"/>
          <p:cNvGrpSpPr/>
          <p:nvPr/>
        </p:nvGrpSpPr>
        <p:grpSpPr>
          <a:xfrm>
            <a:off x="1584413" y="3311183"/>
            <a:ext cx="296212" cy="281021"/>
            <a:chOff x="3746563" y="3363372"/>
            <a:chExt cx="379857" cy="360330"/>
          </a:xfrm>
        </p:grpSpPr>
        <p:sp>
          <p:nvSpPr>
            <p:cNvPr id="4587" name="Google Shape;4587;p55"/>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55"/>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9" name="Google Shape;4589;p55"/>
          <p:cNvGrpSpPr/>
          <p:nvPr/>
        </p:nvGrpSpPr>
        <p:grpSpPr>
          <a:xfrm>
            <a:off x="2030881" y="3309353"/>
            <a:ext cx="284680" cy="284681"/>
            <a:chOff x="4218812" y="3375183"/>
            <a:chExt cx="348233" cy="348234"/>
          </a:xfrm>
        </p:grpSpPr>
        <p:sp>
          <p:nvSpPr>
            <p:cNvPr id="4590" name="Google Shape;4590;p55"/>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5"/>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55"/>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55"/>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5"/>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55"/>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55"/>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5"/>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5"/>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5"/>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0" name="Google Shape;4600;p55"/>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1" name="Google Shape;4601;p55"/>
          <p:cNvGrpSpPr/>
          <p:nvPr/>
        </p:nvGrpSpPr>
        <p:grpSpPr>
          <a:xfrm>
            <a:off x="2893034" y="3338723"/>
            <a:ext cx="296241" cy="225940"/>
            <a:chOff x="4761833" y="3377945"/>
            <a:chExt cx="497299" cy="379285"/>
          </a:xfrm>
        </p:grpSpPr>
        <p:sp>
          <p:nvSpPr>
            <p:cNvPr id="4602" name="Google Shape;4602;p55"/>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55"/>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5"/>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5"/>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5"/>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55"/>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55"/>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5"/>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5"/>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5"/>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5"/>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55"/>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5"/>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5"/>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5"/>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5"/>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55"/>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9" name="Google Shape;4619;p55"/>
          <p:cNvGrpSpPr/>
          <p:nvPr/>
        </p:nvGrpSpPr>
        <p:grpSpPr>
          <a:xfrm>
            <a:off x="3354985" y="3304789"/>
            <a:ext cx="247117" cy="293809"/>
            <a:chOff x="5347334" y="3466432"/>
            <a:chExt cx="353377" cy="420147"/>
          </a:xfrm>
        </p:grpSpPr>
        <p:sp>
          <p:nvSpPr>
            <p:cNvPr id="4620" name="Google Shape;4620;p55"/>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5"/>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5"/>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5"/>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55"/>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5" name="Google Shape;4625;p55"/>
          <p:cNvGrpSpPr/>
          <p:nvPr/>
        </p:nvGrpSpPr>
        <p:grpSpPr>
          <a:xfrm>
            <a:off x="717494" y="3737447"/>
            <a:ext cx="291819" cy="260513"/>
            <a:chOff x="5862256" y="3462622"/>
            <a:chExt cx="442150" cy="394716"/>
          </a:xfrm>
        </p:grpSpPr>
        <p:sp>
          <p:nvSpPr>
            <p:cNvPr id="4626" name="Google Shape;4626;p55"/>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55"/>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5"/>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5"/>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5"/>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55"/>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55"/>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5"/>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5"/>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5"/>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55"/>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7" name="Google Shape;4637;p55"/>
          <p:cNvGrpSpPr/>
          <p:nvPr/>
        </p:nvGrpSpPr>
        <p:grpSpPr>
          <a:xfrm>
            <a:off x="1592569" y="3737447"/>
            <a:ext cx="279902" cy="280051"/>
            <a:chOff x="6354127" y="3485482"/>
            <a:chExt cx="358711" cy="358902"/>
          </a:xfrm>
        </p:grpSpPr>
        <p:sp>
          <p:nvSpPr>
            <p:cNvPr id="4638" name="Google Shape;4638;p55"/>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55"/>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0" name="Google Shape;4640;p55"/>
          <p:cNvGrpSpPr/>
          <p:nvPr/>
        </p:nvGrpSpPr>
        <p:grpSpPr>
          <a:xfrm>
            <a:off x="2901487" y="3737447"/>
            <a:ext cx="279335" cy="275742"/>
            <a:chOff x="6790658" y="3513295"/>
            <a:chExt cx="328707" cy="324517"/>
          </a:xfrm>
        </p:grpSpPr>
        <p:sp>
          <p:nvSpPr>
            <p:cNvPr id="4641" name="Google Shape;4641;p55"/>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5"/>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55"/>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4" name="Google Shape;4644;p55"/>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5" name="Google Shape;4645;p55"/>
          <p:cNvGrpSpPr/>
          <p:nvPr/>
        </p:nvGrpSpPr>
        <p:grpSpPr>
          <a:xfrm>
            <a:off x="3354976" y="3737447"/>
            <a:ext cx="247135" cy="294105"/>
            <a:chOff x="7352061" y="3502848"/>
            <a:chExt cx="371855" cy="442596"/>
          </a:xfrm>
        </p:grpSpPr>
        <p:sp>
          <p:nvSpPr>
            <p:cNvPr id="4646" name="Google Shape;4646;p55"/>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55"/>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5"/>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5"/>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5"/>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55"/>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55"/>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5"/>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5"/>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5"/>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55"/>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55"/>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55"/>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9" name="Google Shape;4659;p55"/>
          <p:cNvGrpSpPr/>
          <p:nvPr/>
        </p:nvGrpSpPr>
        <p:grpSpPr>
          <a:xfrm>
            <a:off x="7742127" y="1565064"/>
            <a:ext cx="215271" cy="273328"/>
            <a:chOff x="3347959" y="2600420"/>
            <a:chExt cx="572987" cy="727710"/>
          </a:xfrm>
        </p:grpSpPr>
        <p:sp>
          <p:nvSpPr>
            <p:cNvPr id="4660" name="Google Shape;4660;p55"/>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55"/>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2" name="Google Shape;4662;p55"/>
          <p:cNvGrpSpPr/>
          <p:nvPr/>
        </p:nvGrpSpPr>
        <p:grpSpPr>
          <a:xfrm>
            <a:off x="6841802" y="1999906"/>
            <a:ext cx="277044" cy="277044"/>
            <a:chOff x="4102607" y="2643282"/>
            <a:chExt cx="611981" cy="611981"/>
          </a:xfrm>
        </p:grpSpPr>
        <p:sp>
          <p:nvSpPr>
            <p:cNvPr id="4663" name="Google Shape;4663;p55"/>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5"/>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55"/>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55"/>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55"/>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8" name="Google Shape;4668;p55"/>
          <p:cNvGrpSpPr/>
          <p:nvPr/>
        </p:nvGrpSpPr>
        <p:grpSpPr>
          <a:xfrm>
            <a:off x="5527361" y="2449024"/>
            <a:ext cx="272455" cy="249351"/>
            <a:chOff x="5048630" y="2700568"/>
            <a:chExt cx="548640" cy="502117"/>
          </a:xfrm>
        </p:grpSpPr>
        <p:sp>
          <p:nvSpPr>
            <p:cNvPr id="4669" name="Google Shape;4669;p55"/>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5"/>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5"/>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5"/>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5"/>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4" name="Google Shape;4674;p55"/>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5" name="Google Shape;4675;p55"/>
          <p:cNvGrpSpPr/>
          <p:nvPr/>
        </p:nvGrpSpPr>
        <p:grpSpPr>
          <a:xfrm>
            <a:off x="8140574" y="2447575"/>
            <a:ext cx="293990" cy="252250"/>
            <a:chOff x="5818440" y="2673286"/>
            <a:chExt cx="649414" cy="557212"/>
          </a:xfrm>
        </p:grpSpPr>
        <p:sp>
          <p:nvSpPr>
            <p:cNvPr id="4676" name="Google Shape;4676;p55"/>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5"/>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5"/>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5"/>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5"/>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55"/>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55"/>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5"/>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55"/>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5" name="Google Shape;4685;p55"/>
          <p:cNvGrpSpPr/>
          <p:nvPr/>
        </p:nvGrpSpPr>
        <p:grpSpPr>
          <a:xfrm>
            <a:off x="5549473" y="2879491"/>
            <a:ext cx="228232" cy="253975"/>
            <a:chOff x="6636638" y="2702814"/>
            <a:chExt cx="504158" cy="561022"/>
          </a:xfrm>
        </p:grpSpPr>
        <p:sp>
          <p:nvSpPr>
            <p:cNvPr id="4686" name="Google Shape;4686;p55"/>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5"/>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5"/>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5"/>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5"/>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55"/>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55"/>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55"/>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55"/>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5" name="Google Shape;4695;p55"/>
          <p:cNvGrpSpPr/>
          <p:nvPr/>
        </p:nvGrpSpPr>
        <p:grpSpPr>
          <a:xfrm>
            <a:off x="6864979" y="2891133"/>
            <a:ext cx="230690" cy="230690"/>
            <a:chOff x="7309484" y="2688526"/>
            <a:chExt cx="509587" cy="509587"/>
          </a:xfrm>
        </p:grpSpPr>
        <p:sp>
          <p:nvSpPr>
            <p:cNvPr id="4696" name="Google Shape;4696;p55"/>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55"/>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8" name="Google Shape;4698;p55"/>
          <p:cNvGrpSpPr/>
          <p:nvPr/>
        </p:nvGrpSpPr>
        <p:grpSpPr>
          <a:xfrm>
            <a:off x="5091559" y="3314889"/>
            <a:ext cx="274759" cy="273982"/>
            <a:chOff x="8239600" y="2722721"/>
            <a:chExt cx="606933" cy="605218"/>
          </a:xfrm>
        </p:grpSpPr>
        <p:sp>
          <p:nvSpPr>
            <p:cNvPr id="4699" name="Google Shape;4699;p55"/>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0" name="Google Shape;4700;p55"/>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1" name="Google Shape;4701;p55"/>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2" name="Google Shape;4702;p55"/>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03" name="Google Shape;4703;p55"/>
          <p:cNvGrpSpPr/>
          <p:nvPr/>
        </p:nvGrpSpPr>
        <p:grpSpPr>
          <a:xfrm>
            <a:off x="7729588" y="3351605"/>
            <a:ext cx="240349" cy="200549"/>
            <a:chOff x="5106828" y="3603783"/>
            <a:chExt cx="530923" cy="443007"/>
          </a:xfrm>
        </p:grpSpPr>
        <p:sp>
          <p:nvSpPr>
            <p:cNvPr id="4704" name="Google Shape;4704;p55"/>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5" name="Google Shape;4705;p55"/>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6" name="Google Shape;4706;p55"/>
          <p:cNvGrpSpPr/>
          <p:nvPr/>
        </p:nvGrpSpPr>
        <p:grpSpPr>
          <a:xfrm>
            <a:off x="6928466" y="2429670"/>
            <a:ext cx="103716" cy="288058"/>
            <a:chOff x="7020549" y="2299902"/>
            <a:chExt cx="198957" cy="552682"/>
          </a:xfrm>
        </p:grpSpPr>
        <p:sp>
          <p:nvSpPr>
            <p:cNvPr id="4707" name="Google Shape;4707;p55"/>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5"/>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9" name="Google Shape;4709;p55"/>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0" name="Google Shape;4710;p55"/>
          <p:cNvGrpSpPr/>
          <p:nvPr/>
        </p:nvGrpSpPr>
        <p:grpSpPr>
          <a:xfrm>
            <a:off x="8172229" y="1553084"/>
            <a:ext cx="230680" cy="293787"/>
            <a:chOff x="4891988" y="2428300"/>
            <a:chExt cx="285424" cy="363507"/>
          </a:xfrm>
        </p:grpSpPr>
        <p:sp>
          <p:nvSpPr>
            <p:cNvPr id="4711" name="Google Shape;4711;p55"/>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6" name="Shape 4716"/>
        <p:cNvGrpSpPr/>
        <p:nvPr/>
      </p:nvGrpSpPr>
      <p:grpSpPr>
        <a:xfrm>
          <a:off x="0" y="0"/>
          <a:ext cx="0" cy="0"/>
          <a:chOff x="0" y="0"/>
          <a:chExt cx="0" cy="0"/>
        </a:xfrm>
      </p:grpSpPr>
      <p:sp>
        <p:nvSpPr>
          <p:cNvPr id="4717" name="Google Shape;4717;p5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18" name="Google Shape;4718;p56"/>
          <p:cNvGrpSpPr/>
          <p:nvPr/>
        </p:nvGrpSpPr>
        <p:grpSpPr>
          <a:xfrm>
            <a:off x="6397841" y="2437886"/>
            <a:ext cx="279411" cy="279137"/>
            <a:chOff x="849677" y="1500658"/>
            <a:chExt cx="347872" cy="347488"/>
          </a:xfrm>
        </p:grpSpPr>
        <p:sp>
          <p:nvSpPr>
            <p:cNvPr id="4719" name="Google Shape;4719;p5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56"/>
          <p:cNvGrpSpPr/>
          <p:nvPr/>
        </p:nvGrpSpPr>
        <p:grpSpPr>
          <a:xfrm>
            <a:off x="6849484" y="2437521"/>
            <a:ext cx="254403" cy="279867"/>
            <a:chOff x="1415853" y="1500658"/>
            <a:chExt cx="315872" cy="347488"/>
          </a:xfrm>
        </p:grpSpPr>
        <p:sp>
          <p:nvSpPr>
            <p:cNvPr id="4726" name="Google Shape;4726;p5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56"/>
          <p:cNvGrpSpPr/>
          <p:nvPr/>
        </p:nvGrpSpPr>
        <p:grpSpPr>
          <a:xfrm>
            <a:off x="5521813" y="1992394"/>
            <a:ext cx="281734" cy="286829"/>
            <a:chOff x="3603533" y="1964946"/>
            <a:chExt cx="347520" cy="353760"/>
          </a:xfrm>
        </p:grpSpPr>
        <p:sp>
          <p:nvSpPr>
            <p:cNvPr id="4731" name="Google Shape;4731;p5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56"/>
          <p:cNvGrpSpPr/>
          <p:nvPr/>
        </p:nvGrpSpPr>
        <p:grpSpPr>
          <a:xfrm>
            <a:off x="5086659" y="2874695"/>
            <a:ext cx="280895" cy="269846"/>
            <a:chOff x="7435629" y="1964690"/>
            <a:chExt cx="367712" cy="353248"/>
          </a:xfrm>
        </p:grpSpPr>
        <p:sp>
          <p:nvSpPr>
            <p:cNvPr id="4735" name="Google Shape;4735;p5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56"/>
          <p:cNvGrpSpPr/>
          <p:nvPr/>
        </p:nvGrpSpPr>
        <p:grpSpPr>
          <a:xfrm>
            <a:off x="2464133" y="2491910"/>
            <a:ext cx="281189" cy="171089"/>
            <a:chOff x="1404013" y="2958066"/>
            <a:chExt cx="368096" cy="223968"/>
          </a:xfrm>
        </p:grpSpPr>
        <p:sp>
          <p:nvSpPr>
            <p:cNvPr id="4740" name="Google Shape;4740;p5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2" name="Google Shape;4742;p56"/>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3" name="Google Shape;4743;p56"/>
          <p:cNvGrpSpPr/>
          <p:nvPr/>
        </p:nvGrpSpPr>
        <p:grpSpPr>
          <a:xfrm>
            <a:off x="3340041" y="2437153"/>
            <a:ext cx="282924" cy="280602"/>
            <a:chOff x="1951149" y="2885202"/>
            <a:chExt cx="370368" cy="367328"/>
          </a:xfrm>
        </p:grpSpPr>
        <p:sp>
          <p:nvSpPr>
            <p:cNvPr id="4744" name="Google Shape;4744;p5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56"/>
          <p:cNvGrpSpPr/>
          <p:nvPr/>
        </p:nvGrpSpPr>
        <p:grpSpPr>
          <a:xfrm>
            <a:off x="5515492" y="2446307"/>
            <a:ext cx="294377" cy="262295"/>
            <a:chOff x="2501677" y="2906162"/>
            <a:chExt cx="367328" cy="327296"/>
          </a:xfrm>
        </p:grpSpPr>
        <p:sp>
          <p:nvSpPr>
            <p:cNvPr id="4748" name="Google Shape;4748;p5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1" name="Google Shape;4751;p56"/>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2" name="Google Shape;4752;p56"/>
          <p:cNvGrpSpPr/>
          <p:nvPr/>
        </p:nvGrpSpPr>
        <p:grpSpPr>
          <a:xfrm>
            <a:off x="4214754" y="2874316"/>
            <a:ext cx="280895" cy="270604"/>
            <a:chOff x="3050317" y="2893714"/>
            <a:chExt cx="367712" cy="354240"/>
          </a:xfrm>
        </p:grpSpPr>
        <p:sp>
          <p:nvSpPr>
            <p:cNvPr id="4753" name="Google Shape;4753;p5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56"/>
          <p:cNvGrpSpPr/>
          <p:nvPr/>
        </p:nvGrpSpPr>
        <p:grpSpPr>
          <a:xfrm>
            <a:off x="2055058" y="2869329"/>
            <a:ext cx="227019" cy="280577"/>
            <a:chOff x="6926637" y="2886738"/>
            <a:chExt cx="297184" cy="367296"/>
          </a:xfrm>
        </p:grpSpPr>
        <p:sp>
          <p:nvSpPr>
            <p:cNvPr id="4756" name="Google Shape;4756;p5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9" name="Google Shape;4759;p56"/>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1" name="Google Shape;4761;p56"/>
          <p:cNvGrpSpPr/>
          <p:nvPr/>
        </p:nvGrpSpPr>
        <p:grpSpPr>
          <a:xfrm>
            <a:off x="2463265" y="1995226"/>
            <a:ext cx="282924" cy="281164"/>
            <a:chOff x="6340653" y="2886354"/>
            <a:chExt cx="370368" cy="368064"/>
          </a:xfrm>
        </p:grpSpPr>
        <p:sp>
          <p:nvSpPr>
            <p:cNvPr id="4762" name="Google Shape;4762;p5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56"/>
          <p:cNvGrpSpPr/>
          <p:nvPr/>
        </p:nvGrpSpPr>
        <p:grpSpPr>
          <a:xfrm>
            <a:off x="4212029" y="2433737"/>
            <a:ext cx="286345" cy="287434"/>
            <a:chOff x="1404013" y="2424754"/>
            <a:chExt cx="353600" cy="354944"/>
          </a:xfrm>
        </p:grpSpPr>
        <p:sp>
          <p:nvSpPr>
            <p:cNvPr id="4769" name="Google Shape;4769;p5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56"/>
          <p:cNvGrpSpPr/>
          <p:nvPr/>
        </p:nvGrpSpPr>
        <p:grpSpPr>
          <a:xfrm>
            <a:off x="1590732" y="2434392"/>
            <a:ext cx="286374" cy="286125"/>
            <a:chOff x="4699693" y="2424946"/>
            <a:chExt cx="354336" cy="353984"/>
          </a:xfrm>
        </p:grpSpPr>
        <p:sp>
          <p:nvSpPr>
            <p:cNvPr id="4775" name="Google Shape;4775;p5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56"/>
          <p:cNvGrpSpPr/>
          <p:nvPr/>
        </p:nvGrpSpPr>
        <p:grpSpPr>
          <a:xfrm>
            <a:off x="5957047" y="2908525"/>
            <a:ext cx="286072" cy="202186"/>
            <a:chOff x="2500941" y="2527218"/>
            <a:chExt cx="355104" cy="250944"/>
          </a:xfrm>
        </p:grpSpPr>
        <p:sp>
          <p:nvSpPr>
            <p:cNvPr id="4778" name="Google Shape;4778;p5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56"/>
          <p:cNvGrpSpPr/>
          <p:nvPr/>
        </p:nvGrpSpPr>
        <p:grpSpPr>
          <a:xfrm>
            <a:off x="3334316" y="1990459"/>
            <a:ext cx="294374" cy="290699"/>
            <a:chOff x="7993805" y="2427122"/>
            <a:chExt cx="356256" cy="351808"/>
          </a:xfrm>
        </p:grpSpPr>
        <p:sp>
          <p:nvSpPr>
            <p:cNvPr id="4784" name="Google Shape;4784;p5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56"/>
          <p:cNvGrpSpPr/>
          <p:nvPr/>
        </p:nvGrpSpPr>
        <p:grpSpPr>
          <a:xfrm>
            <a:off x="4231375" y="1994060"/>
            <a:ext cx="247653" cy="283498"/>
            <a:chOff x="878637" y="1965010"/>
            <a:chExt cx="308640" cy="353312"/>
          </a:xfrm>
        </p:grpSpPr>
        <p:sp>
          <p:nvSpPr>
            <p:cNvPr id="4788" name="Google Shape;4788;p5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56"/>
          <p:cNvGrpSpPr/>
          <p:nvPr/>
        </p:nvGrpSpPr>
        <p:grpSpPr>
          <a:xfrm>
            <a:off x="1152143" y="2434446"/>
            <a:ext cx="286333" cy="286017"/>
            <a:chOff x="5246797" y="1500658"/>
            <a:chExt cx="347872" cy="347488"/>
          </a:xfrm>
        </p:grpSpPr>
        <p:sp>
          <p:nvSpPr>
            <p:cNvPr id="4792" name="Google Shape;4792;p5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56"/>
          <p:cNvGrpSpPr/>
          <p:nvPr/>
        </p:nvGrpSpPr>
        <p:grpSpPr>
          <a:xfrm>
            <a:off x="5515375" y="2863254"/>
            <a:ext cx="294611" cy="292728"/>
            <a:chOff x="5796589" y="1500658"/>
            <a:chExt cx="349024" cy="346752"/>
          </a:xfrm>
        </p:grpSpPr>
        <p:sp>
          <p:nvSpPr>
            <p:cNvPr id="4797" name="Google Shape;4797;p5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8" name="Google Shape;4798;p56"/>
            <p:cNvGrpSpPr/>
            <p:nvPr/>
          </p:nvGrpSpPr>
          <p:grpSpPr>
            <a:xfrm>
              <a:off x="5796589" y="1500658"/>
              <a:ext cx="349024" cy="346752"/>
              <a:chOff x="5796589" y="1500658"/>
              <a:chExt cx="349024" cy="346752"/>
            </a:xfrm>
          </p:grpSpPr>
          <p:sp>
            <p:nvSpPr>
              <p:cNvPr id="4799" name="Google Shape;4799;p5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3" name="Google Shape;4803;p56"/>
          <p:cNvGrpSpPr/>
          <p:nvPr/>
        </p:nvGrpSpPr>
        <p:grpSpPr>
          <a:xfrm>
            <a:off x="5083938" y="2436480"/>
            <a:ext cx="286338" cy="281949"/>
            <a:chOff x="6895373" y="1502578"/>
            <a:chExt cx="348640" cy="343296"/>
          </a:xfrm>
        </p:grpSpPr>
        <p:sp>
          <p:nvSpPr>
            <p:cNvPr id="4804" name="Google Shape;4804;p5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56"/>
          <p:cNvGrpSpPr/>
          <p:nvPr/>
        </p:nvGrpSpPr>
        <p:grpSpPr>
          <a:xfrm>
            <a:off x="4650803" y="2436707"/>
            <a:ext cx="280909" cy="281495"/>
            <a:chOff x="2499405" y="1499890"/>
            <a:chExt cx="347488" cy="348256"/>
          </a:xfrm>
        </p:grpSpPr>
        <p:sp>
          <p:nvSpPr>
            <p:cNvPr id="4808" name="Google Shape;4808;p5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56"/>
          <p:cNvGrpSpPr/>
          <p:nvPr/>
        </p:nvGrpSpPr>
        <p:grpSpPr>
          <a:xfrm>
            <a:off x="5084077" y="2032977"/>
            <a:ext cx="286059" cy="205663"/>
            <a:chOff x="6345613" y="1549874"/>
            <a:chExt cx="348640" cy="250656"/>
          </a:xfrm>
        </p:grpSpPr>
        <p:sp>
          <p:nvSpPr>
            <p:cNvPr id="4814" name="Google Shape;4814;p5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56"/>
          <p:cNvGrpSpPr/>
          <p:nvPr/>
        </p:nvGrpSpPr>
        <p:grpSpPr>
          <a:xfrm>
            <a:off x="7282629" y="1990556"/>
            <a:ext cx="254390" cy="290505"/>
            <a:chOff x="1133133" y="3351922"/>
            <a:chExt cx="313984" cy="358560"/>
          </a:xfrm>
        </p:grpSpPr>
        <p:sp>
          <p:nvSpPr>
            <p:cNvPr id="4821" name="Google Shape;4821;p5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7" name="Google Shape;4837;p56"/>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8" name="Google Shape;4838;p56"/>
          <p:cNvGrpSpPr/>
          <p:nvPr/>
        </p:nvGrpSpPr>
        <p:grpSpPr>
          <a:xfrm>
            <a:off x="1613503" y="1994701"/>
            <a:ext cx="241305" cy="282215"/>
            <a:chOff x="2236525" y="3353202"/>
            <a:chExt cx="304832" cy="356512"/>
          </a:xfrm>
        </p:grpSpPr>
        <p:sp>
          <p:nvSpPr>
            <p:cNvPr id="4839" name="Google Shape;4839;p5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56"/>
          <p:cNvGrpSpPr/>
          <p:nvPr/>
        </p:nvGrpSpPr>
        <p:grpSpPr>
          <a:xfrm>
            <a:off x="2068120" y="1996158"/>
            <a:ext cx="200895" cy="279300"/>
            <a:chOff x="3910637" y="3352690"/>
            <a:chExt cx="256800" cy="357024"/>
          </a:xfrm>
        </p:grpSpPr>
        <p:sp>
          <p:nvSpPr>
            <p:cNvPr id="4843" name="Google Shape;4843;p5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56"/>
          <p:cNvGrpSpPr/>
          <p:nvPr/>
        </p:nvGrpSpPr>
        <p:grpSpPr>
          <a:xfrm>
            <a:off x="6390352" y="2862411"/>
            <a:ext cx="294388" cy="294414"/>
            <a:chOff x="6056429" y="3351922"/>
            <a:chExt cx="360064" cy="360096"/>
          </a:xfrm>
        </p:grpSpPr>
        <p:sp>
          <p:nvSpPr>
            <p:cNvPr id="4847" name="Google Shape;4847;p5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0" name="Google Shape;4850;p56"/>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56"/>
          <p:cNvGrpSpPr/>
          <p:nvPr/>
        </p:nvGrpSpPr>
        <p:grpSpPr>
          <a:xfrm>
            <a:off x="6833509" y="2006219"/>
            <a:ext cx="286355" cy="259179"/>
            <a:chOff x="4959533" y="3370226"/>
            <a:chExt cx="357408" cy="323488"/>
          </a:xfrm>
        </p:grpSpPr>
        <p:sp>
          <p:nvSpPr>
            <p:cNvPr id="4852" name="Google Shape;4852;p5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56"/>
          <p:cNvGrpSpPr/>
          <p:nvPr/>
        </p:nvGrpSpPr>
        <p:grpSpPr>
          <a:xfrm>
            <a:off x="7273443" y="2436441"/>
            <a:ext cx="272762" cy="282026"/>
            <a:chOff x="3316269" y="3352402"/>
            <a:chExt cx="344832" cy="356544"/>
          </a:xfrm>
        </p:grpSpPr>
        <p:sp>
          <p:nvSpPr>
            <p:cNvPr id="4855" name="Google Shape;4855;p5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8" name="Google Shape;4858;p56"/>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59" name="Google Shape;4859;p56"/>
          <p:cNvGrpSpPr/>
          <p:nvPr/>
        </p:nvGrpSpPr>
        <p:grpSpPr>
          <a:xfrm>
            <a:off x="4655172" y="1999806"/>
            <a:ext cx="272171" cy="272005"/>
            <a:chOff x="3375659" y="2803780"/>
            <a:chExt cx="468534" cy="468247"/>
          </a:xfrm>
        </p:grpSpPr>
        <p:sp>
          <p:nvSpPr>
            <p:cNvPr id="4860" name="Google Shape;4860;p56"/>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1" name="Google Shape;4861;p56"/>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2" name="Google Shape;4862;p56"/>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3" name="Google Shape;4863;p56"/>
          <p:cNvGrpSpPr/>
          <p:nvPr/>
        </p:nvGrpSpPr>
        <p:grpSpPr>
          <a:xfrm>
            <a:off x="5999639" y="1993430"/>
            <a:ext cx="200888" cy="284756"/>
            <a:chOff x="4079366" y="2807574"/>
            <a:chExt cx="327659" cy="464453"/>
          </a:xfrm>
        </p:grpSpPr>
        <p:sp>
          <p:nvSpPr>
            <p:cNvPr id="4864" name="Google Shape;4864;p56"/>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5" name="Google Shape;4865;p56"/>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6" name="Google Shape;4866;p56"/>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7" name="Google Shape;4867;p56"/>
          <p:cNvGrpSpPr/>
          <p:nvPr/>
        </p:nvGrpSpPr>
        <p:grpSpPr>
          <a:xfrm>
            <a:off x="6405248" y="1988424"/>
            <a:ext cx="264596" cy="294769"/>
            <a:chOff x="4642103" y="2784941"/>
            <a:chExt cx="421667" cy="469751"/>
          </a:xfrm>
        </p:grpSpPr>
        <p:sp>
          <p:nvSpPr>
            <p:cNvPr id="4868" name="Google Shape;4868;p56"/>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9" name="Google Shape;4869;p56"/>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0" name="Google Shape;4870;p56"/>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1" name="Google Shape;4871;p56"/>
          <p:cNvGrpSpPr/>
          <p:nvPr/>
        </p:nvGrpSpPr>
        <p:grpSpPr>
          <a:xfrm>
            <a:off x="7707090" y="1992664"/>
            <a:ext cx="286343" cy="286289"/>
            <a:chOff x="5243988" y="2762345"/>
            <a:chExt cx="506443" cy="506348"/>
          </a:xfrm>
        </p:grpSpPr>
        <p:sp>
          <p:nvSpPr>
            <p:cNvPr id="4872" name="Google Shape;4872;p56"/>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3" name="Google Shape;4873;p56"/>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4" name="Google Shape;4874;p56"/>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56"/>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56"/>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7" name="Google Shape;4877;p56"/>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8" name="Google Shape;4878;p56"/>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9" name="Google Shape;4879;p56"/>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56"/>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56"/>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56"/>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3" name="Google Shape;4883;p56"/>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4" name="Google Shape;4884;p56"/>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5" name="Google Shape;4885;p56"/>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6" name="Google Shape;4886;p56"/>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7" name="Google Shape;4887;p56"/>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56"/>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56"/>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56"/>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1" name="Google Shape;4891;p56"/>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2" name="Google Shape;4892;p56"/>
          <p:cNvGrpSpPr/>
          <p:nvPr/>
        </p:nvGrpSpPr>
        <p:grpSpPr>
          <a:xfrm>
            <a:off x="741579" y="2431963"/>
            <a:ext cx="235538" cy="290982"/>
            <a:chOff x="5930931" y="2838259"/>
            <a:chExt cx="345566" cy="426910"/>
          </a:xfrm>
        </p:grpSpPr>
        <p:sp>
          <p:nvSpPr>
            <p:cNvPr id="4893" name="Google Shape;4893;p56"/>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4" name="Google Shape;4894;p56"/>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56"/>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56"/>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56"/>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8" name="Google Shape;4898;p56"/>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9" name="Google Shape;4899;p56"/>
          <p:cNvGrpSpPr/>
          <p:nvPr/>
        </p:nvGrpSpPr>
        <p:grpSpPr>
          <a:xfrm>
            <a:off x="2021371" y="2447288"/>
            <a:ext cx="294392" cy="260333"/>
            <a:chOff x="6410514" y="2827010"/>
            <a:chExt cx="482610" cy="426776"/>
          </a:xfrm>
        </p:grpSpPr>
        <p:sp>
          <p:nvSpPr>
            <p:cNvPr id="4900" name="Google Shape;4900;p56"/>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56"/>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2" name="Google Shape;4902;p56"/>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3" name="Google Shape;4903;p56"/>
          <p:cNvGrpSpPr/>
          <p:nvPr/>
        </p:nvGrpSpPr>
        <p:grpSpPr>
          <a:xfrm>
            <a:off x="2901271" y="2434311"/>
            <a:ext cx="286370" cy="286287"/>
            <a:chOff x="7074187" y="2821019"/>
            <a:chExt cx="473261" cy="473201"/>
          </a:xfrm>
        </p:grpSpPr>
        <p:sp>
          <p:nvSpPr>
            <p:cNvPr id="4904" name="Google Shape;4904;p56"/>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5" name="Google Shape;4905;p56"/>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6" name="Google Shape;4906;p56"/>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7" name="Google Shape;4907;p56"/>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8" name="Google Shape;4908;p56"/>
          <p:cNvGrpSpPr/>
          <p:nvPr/>
        </p:nvGrpSpPr>
        <p:grpSpPr>
          <a:xfrm>
            <a:off x="3784900" y="2431822"/>
            <a:ext cx="267621" cy="291265"/>
            <a:chOff x="7728282" y="2752760"/>
            <a:chExt cx="500133" cy="544318"/>
          </a:xfrm>
        </p:grpSpPr>
        <p:sp>
          <p:nvSpPr>
            <p:cNvPr id="4909" name="Google Shape;4909;p56"/>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0" name="Google Shape;4910;p56"/>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1" name="Google Shape;4911;p56"/>
          <p:cNvGrpSpPr/>
          <p:nvPr/>
        </p:nvGrpSpPr>
        <p:grpSpPr>
          <a:xfrm>
            <a:off x="5952902" y="2438525"/>
            <a:ext cx="294361" cy="277859"/>
            <a:chOff x="8345349" y="2840924"/>
            <a:chExt cx="505948" cy="477585"/>
          </a:xfrm>
        </p:grpSpPr>
        <p:sp>
          <p:nvSpPr>
            <p:cNvPr id="4912" name="Google Shape;4912;p56"/>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56"/>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4" name="Google Shape;4914;p56"/>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5" name="Google Shape;4915;p56"/>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56"/>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7" name="Google Shape;4917;p56"/>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8" name="Google Shape;4918;p56"/>
          <p:cNvGrpSpPr/>
          <p:nvPr/>
        </p:nvGrpSpPr>
        <p:grpSpPr>
          <a:xfrm>
            <a:off x="7707078" y="2434277"/>
            <a:ext cx="286368" cy="286355"/>
            <a:chOff x="9062809" y="2809494"/>
            <a:chExt cx="438005" cy="438053"/>
          </a:xfrm>
        </p:grpSpPr>
        <p:sp>
          <p:nvSpPr>
            <p:cNvPr id="4919" name="Google Shape;4919;p56"/>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56"/>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56"/>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2" name="Google Shape;4922;p56"/>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3" name="Google Shape;4923;p56"/>
          <p:cNvGrpSpPr/>
          <p:nvPr/>
        </p:nvGrpSpPr>
        <p:grpSpPr>
          <a:xfrm>
            <a:off x="8145441" y="2453754"/>
            <a:ext cx="281189" cy="247401"/>
            <a:chOff x="2691097" y="3631310"/>
            <a:chExt cx="470058" cy="413575"/>
          </a:xfrm>
        </p:grpSpPr>
        <p:sp>
          <p:nvSpPr>
            <p:cNvPr id="4924" name="Google Shape;4924;p56"/>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5" name="Google Shape;4925;p56"/>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56"/>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56"/>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8" name="Google Shape;4928;p56"/>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29" name="Google Shape;4929;p56"/>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0" name="Google Shape;4930;p56"/>
          <p:cNvGrpSpPr/>
          <p:nvPr/>
        </p:nvGrpSpPr>
        <p:grpSpPr>
          <a:xfrm>
            <a:off x="2457541" y="2881442"/>
            <a:ext cx="294371" cy="256351"/>
            <a:chOff x="4115847" y="3637978"/>
            <a:chExt cx="538353" cy="468821"/>
          </a:xfrm>
        </p:grpSpPr>
        <p:sp>
          <p:nvSpPr>
            <p:cNvPr id="4931" name="Google Shape;4931;p56"/>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56"/>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56"/>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34" name="Google Shape;4934;p56"/>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5" name="Google Shape;4935;p56"/>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6" name="Google Shape;4936;p56"/>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7" name="Google Shape;4937;p56"/>
          <p:cNvGrpSpPr/>
          <p:nvPr/>
        </p:nvGrpSpPr>
        <p:grpSpPr>
          <a:xfrm>
            <a:off x="4643949" y="2885361"/>
            <a:ext cx="294618" cy="248513"/>
            <a:chOff x="6135242" y="3623482"/>
            <a:chExt cx="551307" cy="465032"/>
          </a:xfrm>
        </p:grpSpPr>
        <p:sp>
          <p:nvSpPr>
            <p:cNvPr id="4938" name="Google Shape;4938;p56"/>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56"/>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0" name="Google Shape;4940;p56"/>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56"/>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56"/>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56"/>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56"/>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56"/>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56"/>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56"/>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56"/>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56"/>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56"/>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56"/>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56"/>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56"/>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56"/>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56"/>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56"/>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56"/>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56"/>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9" name="Google Shape;4959;p56"/>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0" name="Google Shape;4960;p56"/>
          <p:cNvGrpSpPr/>
          <p:nvPr/>
        </p:nvGrpSpPr>
        <p:grpSpPr>
          <a:xfrm>
            <a:off x="1590783" y="2901856"/>
            <a:ext cx="286274" cy="215523"/>
            <a:chOff x="3657504" y="1595437"/>
            <a:chExt cx="4876896" cy="3671600"/>
          </a:xfrm>
        </p:grpSpPr>
        <p:sp>
          <p:nvSpPr>
            <p:cNvPr id="4961" name="Google Shape;4961;p56"/>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56"/>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56"/>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56"/>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56"/>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6" name="Google Shape;4966;p56"/>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7" name="Google Shape;4967;p56"/>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56"/>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56"/>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56"/>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56"/>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56"/>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3" name="Google Shape;4973;p56"/>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7" name="Shape 4977"/>
        <p:cNvGrpSpPr/>
        <p:nvPr/>
      </p:nvGrpSpPr>
      <p:grpSpPr>
        <a:xfrm>
          <a:off x="0" y="0"/>
          <a:ext cx="0" cy="0"/>
          <a:chOff x="0" y="0"/>
          <a:chExt cx="0" cy="0"/>
        </a:xfrm>
      </p:grpSpPr>
      <p:sp>
        <p:nvSpPr>
          <p:cNvPr id="4978" name="Google Shape;4978;p57"/>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79" name="Google Shape;4979;p57"/>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0" name="Google Shape;4980;p57"/>
          <p:cNvGrpSpPr/>
          <p:nvPr/>
        </p:nvGrpSpPr>
        <p:grpSpPr>
          <a:xfrm>
            <a:off x="7264578" y="2860695"/>
            <a:ext cx="288091" cy="292613"/>
            <a:chOff x="3303268" y="3817349"/>
            <a:chExt cx="346056" cy="345674"/>
          </a:xfrm>
        </p:grpSpPr>
        <p:sp>
          <p:nvSpPr>
            <p:cNvPr id="4981" name="Google Shape;4981;p5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57"/>
          <p:cNvGrpSpPr/>
          <p:nvPr/>
        </p:nvGrpSpPr>
        <p:grpSpPr>
          <a:xfrm>
            <a:off x="7706952" y="2860695"/>
            <a:ext cx="292625" cy="292613"/>
            <a:chOff x="3752358" y="3817349"/>
            <a:chExt cx="346056" cy="345674"/>
          </a:xfrm>
        </p:grpSpPr>
        <p:sp>
          <p:nvSpPr>
            <p:cNvPr id="4986" name="Google Shape;4986;p5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57"/>
          <p:cNvGrpSpPr/>
          <p:nvPr/>
        </p:nvGrpSpPr>
        <p:grpSpPr>
          <a:xfrm>
            <a:off x="1146973" y="3308818"/>
            <a:ext cx="290210" cy="289951"/>
            <a:chOff x="5100008" y="3817349"/>
            <a:chExt cx="346024" cy="345674"/>
          </a:xfrm>
        </p:grpSpPr>
        <p:sp>
          <p:nvSpPr>
            <p:cNvPr id="4991" name="Google Shape;4991;p5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57"/>
          <p:cNvGrpSpPr/>
          <p:nvPr/>
        </p:nvGrpSpPr>
        <p:grpSpPr>
          <a:xfrm>
            <a:off x="2021604" y="3307487"/>
            <a:ext cx="292613" cy="292613"/>
            <a:chOff x="5998919" y="3817349"/>
            <a:chExt cx="345674" cy="345674"/>
          </a:xfrm>
        </p:grpSpPr>
        <p:sp>
          <p:nvSpPr>
            <p:cNvPr id="4995" name="Google Shape;4995;p5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57"/>
          <p:cNvGrpSpPr/>
          <p:nvPr/>
        </p:nvGrpSpPr>
        <p:grpSpPr>
          <a:xfrm>
            <a:off x="707757" y="3308835"/>
            <a:ext cx="290210" cy="289917"/>
            <a:chOff x="4650919" y="3817349"/>
            <a:chExt cx="346024" cy="345674"/>
          </a:xfrm>
        </p:grpSpPr>
        <p:sp>
          <p:nvSpPr>
            <p:cNvPr id="4999" name="Google Shape;4999;p5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7"/>
          <p:cNvGrpSpPr/>
          <p:nvPr/>
        </p:nvGrpSpPr>
        <p:grpSpPr>
          <a:xfrm>
            <a:off x="1587371" y="3307487"/>
            <a:ext cx="292620" cy="292613"/>
            <a:chOff x="5549861" y="3817349"/>
            <a:chExt cx="345642" cy="345674"/>
          </a:xfrm>
        </p:grpSpPr>
        <p:sp>
          <p:nvSpPr>
            <p:cNvPr id="5003" name="Google Shape;5003;p5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57"/>
          <p:cNvGrpSpPr/>
          <p:nvPr/>
        </p:nvGrpSpPr>
        <p:grpSpPr>
          <a:xfrm>
            <a:off x="5079755" y="1998883"/>
            <a:ext cx="294903" cy="275962"/>
            <a:chOff x="2766264" y="3394042"/>
            <a:chExt cx="294873" cy="275934"/>
          </a:xfrm>
        </p:grpSpPr>
        <p:sp>
          <p:nvSpPr>
            <p:cNvPr id="5007" name="Google Shape;5007;p5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57"/>
          <p:cNvGrpSpPr/>
          <p:nvPr/>
        </p:nvGrpSpPr>
        <p:grpSpPr>
          <a:xfrm>
            <a:off x="4215651" y="2043361"/>
            <a:ext cx="280913" cy="187008"/>
            <a:chOff x="4629306" y="3409193"/>
            <a:chExt cx="367255" cy="244486"/>
          </a:xfrm>
        </p:grpSpPr>
        <p:sp>
          <p:nvSpPr>
            <p:cNvPr id="5012" name="Google Shape;5012;p5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57"/>
          <p:cNvGrpSpPr/>
          <p:nvPr/>
        </p:nvGrpSpPr>
        <p:grpSpPr>
          <a:xfrm>
            <a:off x="4644456" y="3306299"/>
            <a:ext cx="294987" cy="294987"/>
            <a:chOff x="7957483" y="3350848"/>
            <a:chExt cx="357387" cy="357387"/>
          </a:xfrm>
        </p:grpSpPr>
        <p:sp>
          <p:nvSpPr>
            <p:cNvPr id="5023" name="Google Shape;5023;p5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57"/>
          <p:cNvGrpSpPr/>
          <p:nvPr/>
        </p:nvGrpSpPr>
        <p:grpSpPr>
          <a:xfrm>
            <a:off x="3780618" y="3309402"/>
            <a:ext cx="289091" cy="288782"/>
            <a:chOff x="7007771" y="3351230"/>
            <a:chExt cx="357387" cy="357005"/>
          </a:xfrm>
        </p:grpSpPr>
        <p:sp>
          <p:nvSpPr>
            <p:cNvPr id="5027" name="Google Shape;5027;p5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57"/>
          <p:cNvGrpSpPr/>
          <p:nvPr/>
        </p:nvGrpSpPr>
        <p:grpSpPr>
          <a:xfrm>
            <a:off x="2464942" y="3307492"/>
            <a:ext cx="292602" cy="292602"/>
            <a:chOff x="5108729" y="3351230"/>
            <a:chExt cx="357005" cy="357005"/>
          </a:xfrm>
        </p:grpSpPr>
        <p:sp>
          <p:nvSpPr>
            <p:cNvPr id="5033" name="Google Shape;5033;p5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57"/>
          <p:cNvGrpSpPr/>
          <p:nvPr/>
        </p:nvGrpSpPr>
        <p:grpSpPr>
          <a:xfrm>
            <a:off x="2891797" y="3307492"/>
            <a:ext cx="292619" cy="292602"/>
            <a:chOff x="5583569" y="3351230"/>
            <a:chExt cx="357419" cy="357005"/>
          </a:xfrm>
        </p:grpSpPr>
        <p:sp>
          <p:nvSpPr>
            <p:cNvPr id="5036" name="Google Shape;5036;p5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57"/>
          <p:cNvGrpSpPr/>
          <p:nvPr/>
        </p:nvGrpSpPr>
        <p:grpSpPr>
          <a:xfrm>
            <a:off x="4210995" y="3308831"/>
            <a:ext cx="290224" cy="289924"/>
            <a:chOff x="7482229" y="3351230"/>
            <a:chExt cx="357419" cy="357005"/>
          </a:xfrm>
        </p:grpSpPr>
        <p:sp>
          <p:nvSpPr>
            <p:cNvPr id="5039" name="Google Shape;5039;p5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4" name="Google Shape;5044;p57"/>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5" name="Google Shape;5045;p57"/>
          <p:cNvGrpSpPr/>
          <p:nvPr/>
        </p:nvGrpSpPr>
        <p:grpSpPr>
          <a:xfrm>
            <a:off x="4672367" y="2433634"/>
            <a:ext cx="239166" cy="289587"/>
            <a:chOff x="1836637" y="2891510"/>
            <a:chExt cx="286152" cy="346438"/>
          </a:xfrm>
        </p:grpSpPr>
        <p:sp>
          <p:nvSpPr>
            <p:cNvPr id="5046" name="Google Shape;5046;p5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57"/>
          <p:cNvGrpSpPr/>
          <p:nvPr/>
        </p:nvGrpSpPr>
        <p:grpSpPr>
          <a:xfrm>
            <a:off x="5528069" y="2880434"/>
            <a:ext cx="284088" cy="253135"/>
            <a:chOff x="1327676" y="2910480"/>
            <a:chExt cx="347934" cy="310024"/>
          </a:xfrm>
        </p:grpSpPr>
        <p:sp>
          <p:nvSpPr>
            <p:cNvPr id="5050" name="Google Shape;5050;p5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7"/>
          <p:cNvGrpSpPr/>
          <p:nvPr/>
        </p:nvGrpSpPr>
        <p:grpSpPr>
          <a:xfrm>
            <a:off x="2031508" y="2450145"/>
            <a:ext cx="272806" cy="256566"/>
            <a:chOff x="849016" y="2903255"/>
            <a:chExt cx="356655" cy="335425"/>
          </a:xfrm>
        </p:grpSpPr>
        <p:sp>
          <p:nvSpPr>
            <p:cNvPr id="5056" name="Google Shape;5056;p5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57"/>
          <p:cNvGrpSpPr/>
          <p:nvPr/>
        </p:nvGrpSpPr>
        <p:grpSpPr>
          <a:xfrm>
            <a:off x="5966092" y="2869375"/>
            <a:ext cx="276876" cy="275253"/>
            <a:chOff x="4667216" y="2915382"/>
            <a:chExt cx="320273" cy="318395"/>
          </a:xfrm>
        </p:grpSpPr>
        <p:sp>
          <p:nvSpPr>
            <p:cNvPr id="5068" name="Google Shape;5068;p5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7"/>
          <p:cNvGrpSpPr/>
          <p:nvPr/>
        </p:nvGrpSpPr>
        <p:grpSpPr>
          <a:xfrm>
            <a:off x="1156543" y="2861831"/>
            <a:ext cx="271070" cy="290341"/>
            <a:chOff x="5170480" y="2934639"/>
            <a:chExt cx="261929" cy="280550"/>
          </a:xfrm>
        </p:grpSpPr>
        <p:sp>
          <p:nvSpPr>
            <p:cNvPr id="5073" name="Google Shape;5073;p5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57"/>
          <p:cNvGrpSpPr/>
          <p:nvPr/>
        </p:nvGrpSpPr>
        <p:grpSpPr>
          <a:xfrm>
            <a:off x="3328350" y="2889014"/>
            <a:ext cx="294974" cy="235974"/>
            <a:chOff x="7500054" y="2934735"/>
            <a:chExt cx="350576" cy="280454"/>
          </a:xfrm>
        </p:grpSpPr>
        <p:sp>
          <p:nvSpPr>
            <p:cNvPr id="5081" name="Google Shape;5081;p5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57"/>
          <p:cNvGrpSpPr/>
          <p:nvPr/>
        </p:nvGrpSpPr>
        <p:grpSpPr>
          <a:xfrm>
            <a:off x="3790933" y="2863309"/>
            <a:ext cx="268460" cy="287384"/>
            <a:chOff x="7055134" y="2919170"/>
            <a:chExt cx="290321" cy="310820"/>
          </a:xfrm>
        </p:grpSpPr>
        <p:sp>
          <p:nvSpPr>
            <p:cNvPr id="5090" name="Google Shape;5090;p5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57"/>
          <p:cNvGrpSpPr/>
          <p:nvPr/>
        </p:nvGrpSpPr>
        <p:grpSpPr>
          <a:xfrm>
            <a:off x="2023383" y="2001578"/>
            <a:ext cx="289056" cy="270572"/>
            <a:chOff x="6577238" y="2457221"/>
            <a:chExt cx="332019" cy="310788"/>
          </a:xfrm>
        </p:grpSpPr>
        <p:sp>
          <p:nvSpPr>
            <p:cNvPr id="5105" name="Google Shape;5105;p5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57"/>
          <p:cNvGrpSpPr/>
          <p:nvPr/>
        </p:nvGrpSpPr>
        <p:grpSpPr>
          <a:xfrm>
            <a:off x="2466723" y="2483728"/>
            <a:ext cx="289040" cy="189400"/>
            <a:chOff x="3207778" y="2474632"/>
            <a:chExt cx="419933" cy="275170"/>
          </a:xfrm>
        </p:grpSpPr>
        <p:sp>
          <p:nvSpPr>
            <p:cNvPr id="5112" name="Google Shape;5112;p5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57"/>
          <p:cNvGrpSpPr/>
          <p:nvPr/>
        </p:nvGrpSpPr>
        <p:grpSpPr>
          <a:xfrm>
            <a:off x="2894692" y="2003395"/>
            <a:ext cx="286829" cy="266939"/>
            <a:chOff x="6099375" y="2456075"/>
            <a:chExt cx="337684" cy="314194"/>
          </a:xfrm>
        </p:grpSpPr>
        <p:sp>
          <p:nvSpPr>
            <p:cNvPr id="5127" name="Google Shape;5127;p5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57"/>
          <p:cNvGrpSpPr/>
          <p:nvPr/>
        </p:nvGrpSpPr>
        <p:grpSpPr>
          <a:xfrm>
            <a:off x="1172487" y="2468843"/>
            <a:ext cx="239183" cy="219170"/>
            <a:chOff x="2312623" y="2468584"/>
            <a:chExt cx="312698" cy="286534"/>
          </a:xfrm>
        </p:grpSpPr>
        <p:sp>
          <p:nvSpPr>
            <p:cNvPr id="5130" name="Google Shape;5130;p5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57"/>
          <p:cNvGrpSpPr/>
          <p:nvPr/>
        </p:nvGrpSpPr>
        <p:grpSpPr>
          <a:xfrm>
            <a:off x="3777706" y="2432113"/>
            <a:ext cx="294914" cy="292630"/>
            <a:chOff x="5618805" y="2440924"/>
            <a:chExt cx="345292" cy="342618"/>
          </a:xfrm>
        </p:grpSpPr>
        <p:sp>
          <p:nvSpPr>
            <p:cNvPr id="5134" name="Google Shape;5134;p5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57"/>
          <p:cNvGrpSpPr/>
          <p:nvPr/>
        </p:nvGrpSpPr>
        <p:grpSpPr>
          <a:xfrm>
            <a:off x="6391114" y="2010176"/>
            <a:ext cx="289045" cy="253377"/>
            <a:chOff x="4653179" y="2446590"/>
            <a:chExt cx="377886" cy="331255"/>
          </a:xfrm>
        </p:grpSpPr>
        <p:sp>
          <p:nvSpPr>
            <p:cNvPr id="5140" name="Google Shape;5140;p5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57"/>
          <p:cNvGrpSpPr/>
          <p:nvPr/>
        </p:nvGrpSpPr>
        <p:grpSpPr>
          <a:xfrm>
            <a:off x="6417053" y="2863441"/>
            <a:ext cx="237165" cy="287120"/>
            <a:chOff x="5184517" y="2459481"/>
            <a:chExt cx="252062" cy="305122"/>
          </a:xfrm>
        </p:grpSpPr>
        <p:sp>
          <p:nvSpPr>
            <p:cNvPr id="5145" name="Google Shape;5145;p5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7"/>
          <p:cNvGrpSpPr/>
          <p:nvPr/>
        </p:nvGrpSpPr>
        <p:grpSpPr>
          <a:xfrm>
            <a:off x="8160502" y="1992025"/>
            <a:ext cx="244984" cy="289678"/>
            <a:chOff x="8065100" y="2000174"/>
            <a:chExt cx="255086" cy="301685"/>
          </a:xfrm>
        </p:grpSpPr>
        <p:sp>
          <p:nvSpPr>
            <p:cNvPr id="5152" name="Google Shape;5152;p5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7"/>
          <p:cNvGrpSpPr/>
          <p:nvPr/>
        </p:nvGrpSpPr>
        <p:grpSpPr>
          <a:xfrm>
            <a:off x="6443509" y="2430715"/>
            <a:ext cx="184253" cy="295426"/>
            <a:chOff x="5211031" y="1969108"/>
            <a:chExt cx="226661" cy="363467"/>
          </a:xfrm>
        </p:grpSpPr>
        <p:sp>
          <p:nvSpPr>
            <p:cNvPr id="5157" name="Google Shape;5157;p5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57"/>
          <p:cNvGrpSpPr/>
          <p:nvPr/>
        </p:nvGrpSpPr>
        <p:grpSpPr>
          <a:xfrm>
            <a:off x="5528061" y="1997473"/>
            <a:ext cx="284105" cy="278782"/>
            <a:chOff x="1329585" y="1989925"/>
            <a:chExt cx="341472" cy="335074"/>
          </a:xfrm>
        </p:grpSpPr>
        <p:sp>
          <p:nvSpPr>
            <p:cNvPr id="5160" name="Google Shape;5160;p5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57"/>
          <p:cNvGrpSpPr/>
          <p:nvPr/>
        </p:nvGrpSpPr>
        <p:grpSpPr>
          <a:xfrm>
            <a:off x="2890630" y="2891769"/>
            <a:ext cx="294954" cy="230465"/>
            <a:chOff x="5626763" y="2013829"/>
            <a:chExt cx="351722" cy="274788"/>
          </a:xfrm>
        </p:grpSpPr>
        <p:sp>
          <p:nvSpPr>
            <p:cNvPr id="5164" name="Google Shape;5164;p5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57"/>
          <p:cNvGrpSpPr/>
          <p:nvPr/>
        </p:nvGrpSpPr>
        <p:grpSpPr>
          <a:xfrm>
            <a:off x="7264592" y="2014852"/>
            <a:ext cx="288064" cy="244024"/>
            <a:chOff x="2770052" y="2009628"/>
            <a:chExt cx="327085" cy="277080"/>
          </a:xfrm>
        </p:grpSpPr>
        <p:sp>
          <p:nvSpPr>
            <p:cNvPr id="5175" name="Google Shape;5175;p5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7" name="Google Shape;5177;p57"/>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8" name="Google Shape;5178;p57"/>
          <p:cNvGrpSpPr/>
          <p:nvPr/>
        </p:nvGrpSpPr>
        <p:grpSpPr>
          <a:xfrm>
            <a:off x="712415" y="2866723"/>
            <a:ext cx="280894" cy="280556"/>
            <a:chOff x="4674791" y="1977447"/>
            <a:chExt cx="344528" cy="344114"/>
          </a:xfrm>
        </p:grpSpPr>
        <p:sp>
          <p:nvSpPr>
            <p:cNvPr id="5179" name="Google Shape;5179;p5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57"/>
          <p:cNvGrpSpPr/>
          <p:nvPr/>
        </p:nvGrpSpPr>
        <p:grpSpPr>
          <a:xfrm>
            <a:off x="7706867" y="2011186"/>
            <a:ext cx="292794" cy="251356"/>
            <a:chOff x="6558300" y="1538193"/>
            <a:chExt cx="382788" cy="328613"/>
          </a:xfrm>
        </p:grpSpPr>
        <p:sp>
          <p:nvSpPr>
            <p:cNvPr id="5206" name="Google Shape;5206;p5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57"/>
          <p:cNvGrpSpPr/>
          <p:nvPr/>
        </p:nvGrpSpPr>
        <p:grpSpPr>
          <a:xfrm>
            <a:off x="3819339" y="1989423"/>
            <a:ext cx="211649" cy="294883"/>
            <a:chOff x="1394741" y="1512061"/>
            <a:chExt cx="252444" cy="351722"/>
          </a:xfrm>
        </p:grpSpPr>
        <p:sp>
          <p:nvSpPr>
            <p:cNvPr id="5209" name="Google Shape;5209;p5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57"/>
          <p:cNvGrpSpPr/>
          <p:nvPr/>
        </p:nvGrpSpPr>
        <p:grpSpPr>
          <a:xfrm>
            <a:off x="711668" y="2437235"/>
            <a:ext cx="282387" cy="282387"/>
            <a:chOff x="1819576" y="1511679"/>
            <a:chExt cx="352103" cy="352103"/>
          </a:xfrm>
        </p:grpSpPr>
        <p:sp>
          <p:nvSpPr>
            <p:cNvPr id="5227" name="Google Shape;5227;p5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57"/>
          <p:cNvGrpSpPr/>
          <p:nvPr/>
        </p:nvGrpSpPr>
        <p:grpSpPr>
          <a:xfrm>
            <a:off x="710811" y="2000924"/>
            <a:ext cx="284102" cy="271880"/>
            <a:chOff x="5621097" y="1500761"/>
            <a:chExt cx="371424" cy="355446"/>
          </a:xfrm>
        </p:grpSpPr>
        <p:sp>
          <p:nvSpPr>
            <p:cNvPr id="5232" name="Google Shape;5232;p5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7"/>
          <p:cNvGrpSpPr/>
          <p:nvPr/>
        </p:nvGrpSpPr>
        <p:grpSpPr>
          <a:xfrm>
            <a:off x="5522663" y="2446476"/>
            <a:ext cx="294901" cy="263903"/>
            <a:chOff x="4670239" y="1541599"/>
            <a:chExt cx="359679" cy="321833"/>
          </a:xfrm>
        </p:grpSpPr>
        <p:sp>
          <p:nvSpPr>
            <p:cNvPr id="5235" name="Google Shape;5235;p5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57"/>
          <p:cNvGrpSpPr/>
          <p:nvPr/>
        </p:nvGrpSpPr>
        <p:grpSpPr>
          <a:xfrm>
            <a:off x="7714828" y="2457972"/>
            <a:ext cx="276871" cy="240911"/>
            <a:chOff x="3716358" y="1544655"/>
            <a:chExt cx="361971" cy="314958"/>
          </a:xfrm>
        </p:grpSpPr>
        <p:sp>
          <p:nvSpPr>
            <p:cNvPr id="5241" name="Google Shape;5241;p5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6" name="Google Shape;5246;p57"/>
            <p:cNvGrpSpPr/>
            <p:nvPr/>
          </p:nvGrpSpPr>
          <p:grpSpPr>
            <a:xfrm>
              <a:off x="3716358" y="1544655"/>
              <a:ext cx="361971" cy="314958"/>
              <a:chOff x="3716358" y="1544655"/>
              <a:chExt cx="361971" cy="314958"/>
            </a:xfrm>
          </p:grpSpPr>
          <p:sp>
            <p:nvSpPr>
              <p:cNvPr id="5247" name="Google Shape;5247;p5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2" name="Google Shape;5252;p57"/>
          <p:cNvGrpSpPr/>
          <p:nvPr/>
        </p:nvGrpSpPr>
        <p:grpSpPr>
          <a:xfrm>
            <a:off x="6829840" y="2489007"/>
            <a:ext cx="292804" cy="178843"/>
            <a:chOff x="7009655" y="1541994"/>
            <a:chExt cx="521188" cy="318338"/>
          </a:xfrm>
        </p:grpSpPr>
        <p:sp>
          <p:nvSpPr>
            <p:cNvPr id="5253" name="Google Shape;5253;p57"/>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57"/>
          <p:cNvGrpSpPr/>
          <p:nvPr/>
        </p:nvGrpSpPr>
        <p:grpSpPr>
          <a:xfrm>
            <a:off x="1615098" y="2435682"/>
            <a:ext cx="237167" cy="285492"/>
            <a:chOff x="8034034" y="1518109"/>
            <a:chExt cx="282746" cy="340358"/>
          </a:xfrm>
        </p:grpSpPr>
        <p:sp>
          <p:nvSpPr>
            <p:cNvPr id="5262" name="Google Shape;5262;p5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57"/>
          <p:cNvGrpSpPr/>
          <p:nvPr/>
        </p:nvGrpSpPr>
        <p:grpSpPr>
          <a:xfrm>
            <a:off x="5526068" y="3307487"/>
            <a:ext cx="288091" cy="292613"/>
            <a:chOff x="2238181" y="4120624"/>
            <a:chExt cx="346056" cy="345674"/>
          </a:xfrm>
        </p:grpSpPr>
        <p:grpSp>
          <p:nvGrpSpPr>
            <p:cNvPr id="5267" name="Google Shape;5267;p57"/>
            <p:cNvGrpSpPr/>
            <p:nvPr/>
          </p:nvGrpSpPr>
          <p:grpSpPr>
            <a:xfrm>
              <a:off x="2309155" y="4177413"/>
              <a:ext cx="203862" cy="231903"/>
              <a:chOff x="1512725" y="258500"/>
              <a:chExt cx="4570900" cy="5199625"/>
            </a:xfrm>
          </p:grpSpPr>
          <p:sp>
            <p:nvSpPr>
              <p:cNvPr id="5268" name="Google Shape;5268;p5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0" name="Google Shape;5270;p5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57"/>
          <p:cNvGrpSpPr/>
          <p:nvPr/>
        </p:nvGrpSpPr>
        <p:grpSpPr>
          <a:xfrm>
            <a:off x="1173491" y="1991606"/>
            <a:ext cx="237175" cy="290516"/>
            <a:chOff x="3297649" y="2171604"/>
            <a:chExt cx="481965" cy="590359"/>
          </a:xfrm>
        </p:grpSpPr>
        <p:sp>
          <p:nvSpPr>
            <p:cNvPr id="5272" name="Google Shape;5272;p57"/>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3" name="Google Shape;5273;p57"/>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74" name="Google Shape;5274;p57"/>
          <p:cNvGrpSpPr/>
          <p:nvPr/>
        </p:nvGrpSpPr>
        <p:grpSpPr>
          <a:xfrm>
            <a:off x="2464848" y="2029590"/>
            <a:ext cx="292791" cy="214548"/>
            <a:chOff x="4165758" y="2175700"/>
            <a:chExt cx="800194" cy="586358"/>
          </a:xfrm>
        </p:grpSpPr>
        <p:sp>
          <p:nvSpPr>
            <p:cNvPr id="5275" name="Google Shape;5275;p57"/>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6" name="Google Shape;5276;p57"/>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7" name="Google Shape;5277;p57"/>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8" name="Google Shape;5278;p57"/>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9" name="Google Shape;5279;p57"/>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0" name="Google Shape;5280;p57"/>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1" name="Google Shape;5281;p57"/>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57"/>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57"/>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4" name="Google Shape;5284;p57"/>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5" name="Google Shape;5285;p57"/>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6" name="Google Shape;5286;p57"/>
          <p:cNvGrpSpPr/>
          <p:nvPr/>
        </p:nvGrpSpPr>
        <p:grpSpPr>
          <a:xfrm>
            <a:off x="3330720" y="1991747"/>
            <a:ext cx="290235" cy="290235"/>
            <a:chOff x="5121877" y="2193797"/>
            <a:chExt cx="589788" cy="589788"/>
          </a:xfrm>
        </p:grpSpPr>
        <p:sp>
          <p:nvSpPr>
            <p:cNvPr id="5287" name="Google Shape;5287;p57"/>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8" name="Google Shape;5288;p57"/>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9" name="Google Shape;5289;p57"/>
          <p:cNvGrpSpPr/>
          <p:nvPr/>
        </p:nvGrpSpPr>
        <p:grpSpPr>
          <a:xfrm>
            <a:off x="4647917" y="1992869"/>
            <a:ext cx="288065" cy="287991"/>
            <a:chOff x="6032658" y="2218372"/>
            <a:chExt cx="606324" cy="606170"/>
          </a:xfrm>
        </p:grpSpPr>
        <p:sp>
          <p:nvSpPr>
            <p:cNvPr id="5290" name="Google Shape;5290;p57"/>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57"/>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2" name="Google Shape;5292;p57"/>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3" name="Google Shape;5293;p57"/>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4" name="Google Shape;5294;p57"/>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5" name="Google Shape;5295;p57"/>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6" name="Google Shape;5296;p57"/>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7" name="Google Shape;5297;p57"/>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8" name="Google Shape;5298;p57"/>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57"/>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57"/>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57"/>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2" name="Google Shape;5302;p57"/>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3" name="Google Shape;5303;p57"/>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4" name="Google Shape;5304;p57"/>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5" name="Google Shape;5305;p57"/>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6" name="Google Shape;5306;p57"/>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7" name="Google Shape;5307;p57"/>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8" name="Google Shape;5308;p57"/>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9" name="Google Shape;5309;p57"/>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0" name="Google Shape;5310;p57"/>
          <p:cNvGrpSpPr/>
          <p:nvPr/>
        </p:nvGrpSpPr>
        <p:grpSpPr>
          <a:xfrm>
            <a:off x="5957068" y="1989390"/>
            <a:ext cx="294924" cy="294950"/>
            <a:chOff x="6959870" y="2198941"/>
            <a:chExt cx="543638" cy="543686"/>
          </a:xfrm>
        </p:grpSpPr>
        <p:sp>
          <p:nvSpPr>
            <p:cNvPr id="5311" name="Google Shape;5311;p57"/>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2" name="Google Shape;5312;p57"/>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57"/>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57"/>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5" name="Google Shape;5315;p57"/>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6" name="Google Shape;5316;p57"/>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7" name="Google Shape;5317;p57"/>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8" name="Google Shape;5318;p57"/>
          <p:cNvGrpSpPr/>
          <p:nvPr/>
        </p:nvGrpSpPr>
        <p:grpSpPr>
          <a:xfrm>
            <a:off x="6834195" y="1990134"/>
            <a:ext cx="284095" cy="293461"/>
            <a:chOff x="7705553" y="2230674"/>
            <a:chExt cx="541443" cy="559293"/>
          </a:xfrm>
        </p:grpSpPr>
        <p:sp>
          <p:nvSpPr>
            <p:cNvPr id="5319" name="Google Shape;5319;p57"/>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57"/>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57"/>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57"/>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3" name="Google Shape;5323;p57"/>
          <p:cNvGrpSpPr/>
          <p:nvPr/>
        </p:nvGrpSpPr>
        <p:grpSpPr>
          <a:xfrm>
            <a:off x="3346828" y="2439467"/>
            <a:ext cx="258019" cy="277923"/>
            <a:chOff x="8378570" y="2203608"/>
            <a:chExt cx="515111" cy="554736"/>
          </a:xfrm>
        </p:grpSpPr>
        <p:sp>
          <p:nvSpPr>
            <p:cNvPr id="5324" name="Google Shape;5324;p57"/>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5" name="Google Shape;5325;p57"/>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6" name="Google Shape;5326;p57"/>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7" name="Google Shape;5327;p57"/>
          <p:cNvGrpSpPr/>
          <p:nvPr/>
        </p:nvGrpSpPr>
        <p:grpSpPr>
          <a:xfrm>
            <a:off x="4211559" y="2433556"/>
            <a:ext cx="289097" cy="289745"/>
            <a:chOff x="3281362" y="3186588"/>
            <a:chExt cx="552450" cy="553688"/>
          </a:xfrm>
        </p:grpSpPr>
        <p:sp>
          <p:nvSpPr>
            <p:cNvPr id="5328" name="Google Shape;5328;p57"/>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9" name="Google Shape;5329;p57"/>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0" name="Google Shape;5330;p57"/>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57"/>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2" name="Google Shape;5332;p57"/>
          <p:cNvGrpSpPr/>
          <p:nvPr/>
        </p:nvGrpSpPr>
        <p:grpSpPr>
          <a:xfrm>
            <a:off x="5957069" y="2430967"/>
            <a:ext cx="294922" cy="294922"/>
            <a:chOff x="4161281" y="3158775"/>
            <a:chExt cx="599313" cy="599313"/>
          </a:xfrm>
        </p:grpSpPr>
        <p:sp>
          <p:nvSpPr>
            <p:cNvPr id="5333" name="Google Shape;5333;p57"/>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57"/>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5" name="Google Shape;5335;p57"/>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6" name="Google Shape;5336;p57"/>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57"/>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8" name="Google Shape;5338;p57"/>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9" name="Google Shape;5339;p57"/>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57"/>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57"/>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2" name="Google Shape;5342;p57"/>
          <p:cNvGrpSpPr/>
          <p:nvPr/>
        </p:nvGrpSpPr>
        <p:grpSpPr>
          <a:xfrm>
            <a:off x="1586210" y="2859509"/>
            <a:ext cx="294943" cy="294985"/>
            <a:chOff x="4941664" y="3174301"/>
            <a:chExt cx="665035" cy="665130"/>
          </a:xfrm>
        </p:grpSpPr>
        <p:sp>
          <p:nvSpPr>
            <p:cNvPr id="5343" name="Google Shape;5343;p57"/>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4" name="Google Shape;5344;p57"/>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57"/>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57"/>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7" name="Google Shape;5347;p57"/>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8" name="Google Shape;5348;p57"/>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9" name="Google Shape;5349;p57"/>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57"/>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1" name="Google Shape;5351;p57"/>
          <p:cNvGrpSpPr/>
          <p:nvPr/>
        </p:nvGrpSpPr>
        <p:grpSpPr>
          <a:xfrm>
            <a:off x="2479029" y="2862568"/>
            <a:ext cx="264428" cy="288866"/>
            <a:chOff x="5859779" y="3199923"/>
            <a:chExt cx="585406" cy="639508"/>
          </a:xfrm>
        </p:grpSpPr>
        <p:sp>
          <p:nvSpPr>
            <p:cNvPr id="5352" name="Google Shape;5352;p57"/>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57"/>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57"/>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5" name="Google Shape;5355;p57"/>
          <p:cNvGrpSpPr/>
          <p:nvPr/>
        </p:nvGrpSpPr>
        <p:grpSpPr>
          <a:xfrm>
            <a:off x="4710905" y="2870786"/>
            <a:ext cx="162089" cy="272431"/>
            <a:chOff x="6698265" y="3188017"/>
            <a:chExt cx="374427" cy="629316"/>
          </a:xfrm>
        </p:grpSpPr>
        <p:sp>
          <p:nvSpPr>
            <p:cNvPr id="5356" name="Google Shape;5356;p57"/>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7" name="Google Shape;5357;p57"/>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8" name="Google Shape;5358;p57"/>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57"/>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0" name="Google Shape;5360;p57"/>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1" name="Google Shape;5361;p57"/>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2" name="Google Shape;5362;p57"/>
          <p:cNvGrpSpPr/>
          <p:nvPr/>
        </p:nvGrpSpPr>
        <p:grpSpPr>
          <a:xfrm>
            <a:off x="5089214" y="2869055"/>
            <a:ext cx="275985" cy="275891"/>
            <a:chOff x="7325486" y="3202495"/>
            <a:chExt cx="560832" cy="560641"/>
          </a:xfrm>
        </p:grpSpPr>
        <p:sp>
          <p:nvSpPr>
            <p:cNvPr id="5363" name="Google Shape;5363;p57"/>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4" name="Google Shape;5364;p57"/>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5" name="Google Shape;5365;p57"/>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6" name="Google Shape;5366;p57"/>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7" name="Google Shape;5367;p57"/>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57"/>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9" name="Google Shape;5369;p57"/>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0" name="Google Shape;5370;p57"/>
          <p:cNvGrpSpPr/>
          <p:nvPr/>
        </p:nvGrpSpPr>
        <p:grpSpPr>
          <a:xfrm>
            <a:off x="3328326" y="3306260"/>
            <a:ext cx="295022" cy="295066"/>
            <a:chOff x="3288982" y="3995261"/>
            <a:chExt cx="652271" cy="652367"/>
          </a:xfrm>
        </p:grpSpPr>
        <p:sp>
          <p:nvSpPr>
            <p:cNvPr id="5371" name="Google Shape;5371;p57"/>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57"/>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3" name="Google Shape;5373;p57"/>
          <p:cNvGrpSpPr/>
          <p:nvPr/>
        </p:nvGrpSpPr>
        <p:grpSpPr>
          <a:xfrm>
            <a:off x="5079712" y="3306390"/>
            <a:ext cx="294989" cy="294807"/>
            <a:chOff x="4200443" y="4099220"/>
            <a:chExt cx="582867" cy="582507"/>
          </a:xfrm>
        </p:grpSpPr>
        <p:sp>
          <p:nvSpPr>
            <p:cNvPr id="5374" name="Google Shape;5374;p57"/>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57"/>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6" name="Google Shape;5376;p57"/>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7" name="Google Shape;5377;p57"/>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78" name="Google Shape;5378;p57"/>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9" name="Google Shape;5379;p57"/>
          <p:cNvGrpSpPr/>
          <p:nvPr/>
        </p:nvGrpSpPr>
        <p:grpSpPr>
          <a:xfrm>
            <a:off x="8136684" y="2860690"/>
            <a:ext cx="292620" cy="292623"/>
            <a:chOff x="8145888" y="2870792"/>
            <a:chExt cx="292620" cy="292623"/>
          </a:xfrm>
        </p:grpSpPr>
        <p:sp>
          <p:nvSpPr>
            <p:cNvPr id="5380" name="Google Shape;5380;p57"/>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1" name="Google Shape;5381;p57"/>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57"/>
          <p:cNvGrpSpPr/>
          <p:nvPr/>
        </p:nvGrpSpPr>
        <p:grpSpPr>
          <a:xfrm>
            <a:off x="7267449" y="2440589"/>
            <a:ext cx="282349" cy="275678"/>
            <a:chOff x="7582302" y="1499934"/>
            <a:chExt cx="369133" cy="360411"/>
          </a:xfrm>
        </p:grpSpPr>
        <p:sp>
          <p:nvSpPr>
            <p:cNvPr id="5383" name="Google Shape;5383;p5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57"/>
          <p:cNvGrpSpPr/>
          <p:nvPr/>
        </p:nvGrpSpPr>
        <p:grpSpPr>
          <a:xfrm>
            <a:off x="8135215" y="2442195"/>
            <a:ext cx="295557" cy="272467"/>
            <a:chOff x="0" y="1576429"/>
            <a:chExt cx="4139458" cy="3816063"/>
          </a:xfrm>
        </p:grpSpPr>
        <p:sp>
          <p:nvSpPr>
            <p:cNvPr id="5389" name="Google Shape;5389;p57"/>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0" name="Google Shape;5390;p57"/>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1" name="Google Shape;5391;p57"/>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2" name="Google Shape;5392;p57"/>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3" name="Google Shape;5393;p57"/>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4" name="Google Shape;5394;p57"/>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5" name="Google Shape;5395;p57"/>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57"/>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7" name="Google Shape;5397;p57"/>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8" name="Google Shape;5398;p57"/>
          <p:cNvGrpSpPr/>
          <p:nvPr/>
        </p:nvGrpSpPr>
        <p:grpSpPr>
          <a:xfrm>
            <a:off x="2890331" y="2430665"/>
            <a:ext cx="295552" cy="295526"/>
            <a:chOff x="4282157" y="1359552"/>
            <a:chExt cx="4139377" cy="4139014"/>
          </a:xfrm>
        </p:grpSpPr>
        <p:sp>
          <p:nvSpPr>
            <p:cNvPr id="5399" name="Google Shape;5399;p57"/>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0" name="Google Shape;5400;p57"/>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1" name="Google Shape;5401;p57"/>
          <p:cNvGrpSpPr/>
          <p:nvPr/>
        </p:nvGrpSpPr>
        <p:grpSpPr>
          <a:xfrm>
            <a:off x="5092526" y="2430655"/>
            <a:ext cx="269361" cy="295546"/>
            <a:chOff x="8421373" y="1359270"/>
            <a:chExt cx="3772567" cy="4139297"/>
          </a:xfrm>
        </p:grpSpPr>
        <p:sp>
          <p:nvSpPr>
            <p:cNvPr id="5402" name="Google Shape;5402;p57"/>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3" name="Google Shape;5403;p57"/>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7" name="Shape 5407"/>
        <p:cNvGrpSpPr/>
        <p:nvPr/>
      </p:nvGrpSpPr>
      <p:grpSpPr>
        <a:xfrm>
          <a:off x="0" y="0"/>
          <a:ext cx="0" cy="0"/>
          <a:chOff x="0" y="0"/>
          <a:chExt cx="0" cy="0"/>
        </a:xfrm>
      </p:grpSpPr>
      <p:pic>
        <p:nvPicPr>
          <p:cNvPr id="5408" name="Google Shape;5408;p58">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inimalist Aesthetic by Slidesgo">
  <a:themeElements>
    <a:clrScheme name="Simple Light">
      <a:dk1>
        <a:srgbClr val="332E2A"/>
      </a:dk1>
      <a:lt1>
        <a:srgbClr val="F1EBE3"/>
      </a:lt1>
      <a:dk2>
        <a:srgbClr val="A14342"/>
      </a:dk2>
      <a:lt2>
        <a:srgbClr val="E2E2E2"/>
      </a:lt2>
      <a:accent1>
        <a:srgbClr val="9E7961"/>
      </a:accent1>
      <a:accent2>
        <a:srgbClr val="FFFFFF"/>
      </a:accent2>
      <a:accent3>
        <a:srgbClr val="FFFFFF"/>
      </a:accent3>
      <a:accent4>
        <a:srgbClr val="FFFFFF"/>
      </a:accent4>
      <a:accent5>
        <a:srgbClr val="FFFFFF"/>
      </a:accent5>
      <a:accent6>
        <a:srgbClr val="FFFFFF"/>
      </a:accent6>
      <a:hlink>
        <a:srgbClr val="332E2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